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86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6756D-A8FC-4385-8542-3002019FDE8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D5B7-3CC3-464C-A897-F08FD92E0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254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6756D-A8FC-4385-8542-3002019FDE8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D5B7-3CC3-464C-A897-F08FD92E0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143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6756D-A8FC-4385-8542-3002019FDE8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D5B7-3CC3-464C-A897-F08FD92E0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59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6756D-A8FC-4385-8542-3002019FDE8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D5B7-3CC3-464C-A897-F08FD92E0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1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6756D-A8FC-4385-8542-3002019FDE8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D5B7-3CC3-464C-A897-F08FD92E0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6340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6756D-A8FC-4385-8542-3002019FDE8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D5B7-3CC3-464C-A897-F08FD92E0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138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6756D-A8FC-4385-8542-3002019FDE8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D5B7-3CC3-464C-A897-F08FD92E0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393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6756D-A8FC-4385-8542-3002019FDE8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D5B7-3CC3-464C-A897-F08FD92E0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100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6756D-A8FC-4385-8542-3002019FDE8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D5B7-3CC3-464C-A897-F08FD92E0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566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6756D-A8FC-4385-8542-3002019FDE8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D5B7-3CC3-464C-A897-F08FD92E0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06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B6756D-A8FC-4385-8542-3002019FDE8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8D5B7-3CC3-464C-A897-F08FD92E0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019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B6756D-A8FC-4385-8542-3002019FDE83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8D5B7-3CC3-464C-A897-F08FD92E0F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168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Homepage Dev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project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381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1987" y="554400"/>
            <a:ext cx="24256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노코드</a:t>
            </a:r>
            <a:r>
              <a:rPr lang="ko-KR" altLang="en-US" dirty="0"/>
              <a:t> </a:t>
            </a:r>
            <a:r>
              <a:rPr lang="ko-KR" altLang="en-US" dirty="0" err="1"/>
              <a:t>웹빌더</a:t>
            </a:r>
            <a:r>
              <a:rPr lang="ko-KR" altLang="en-US" dirty="0"/>
              <a:t> </a:t>
            </a:r>
            <a:r>
              <a:rPr lang="ko-KR" altLang="en-US" dirty="0" smtClean="0"/>
              <a:t>플랫폼</a:t>
            </a:r>
            <a:endParaRPr lang="en-US" altLang="ko-KR" dirty="0" smtClean="0"/>
          </a:p>
          <a:p>
            <a:r>
              <a:rPr lang="ko-KR" altLang="en-US" dirty="0" err="1" smtClean="0"/>
              <a:t>아임웹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05946" y="90616"/>
            <a:ext cx="2051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20260316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205946" y="167038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개발자(판매자)</a:t>
            </a:r>
          </a:p>
          <a:p>
            <a:r>
              <a:rPr lang="ko-KR" altLang="en-US" dirty="0"/>
              <a:t>    ↓</a:t>
            </a:r>
          </a:p>
          <a:p>
            <a:r>
              <a:rPr lang="ko-KR" altLang="en-US" dirty="0"/>
              <a:t>고객 </a:t>
            </a:r>
            <a:r>
              <a:rPr lang="ko-KR" altLang="en-US" dirty="0" err="1"/>
              <a:t>A의</a:t>
            </a:r>
            <a:r>
              <a:rPr lang="ko-KR" altLang="en-US" dirty="0"/>
              <a:t> 사이트 → 고객 </a:t>
            </a:r>
            <a:r>
              <a:rPr lang="ko-KR" altLang="en-US" dirty="0" err="1"/>
              <a:t>A가</a:t>
            </a:r>
            <a:r>
              <a:rPr lang="ko-KR" altLang="en-US" dirty="0"/>
              <a:t> 직접 </a:t>
            </a:r>
            <a:r>
              <a:rPr lang="ko-KR" altLang="en-US" dirty="0" err="1"/>
              <a:t>아임웹</a:t>
            </a:r>
            <a:r>
              <a:rPr lang="ko-KR" altLang="en-US" dirty="0"/>
              <a:t> 요금제 가입 (월 1.6~4만원)</a:t>
            </a:r>
          </a:p>
          <a:p>
            <a:r>
              <a:rPr lang="ko-KR" altLang="en-US" dirty="0"/>
              <a:t>고객 </a:t>
            </a:r>
            <a:r>
              <a:rPr lang="ko-KR" altLang="en-US" dirty="0" err="1"/>
              <a:t>B의</a:t>
            </a:r>
            <a:r>
              <a:rPr lang="ko-KR" altLang="en-US" dirty="0"/>
              <a:t> 사이트 → 고객 </a:t>
            </a:r>
            <a:r>
              <a:rPr lang="ko-KR" altLang="en-US" dirty="0" err="1"/>
              <a:t>B가</a:t>
            </a:r>
            <a:r>
              <a:rPr lang="ko-KR" altLang="en-US" dirty="0"/>
              <a:t> 직접 </a:t>
            </a:r>
            <a:r>
              <a:rPr lang="ko-KR" altLang="en-US" dirty="0" err="1"/>
              <a:t>아임웹</a:t>
            </a:r>
            <a:r>
              <a:rPr lang="ko-KR" altLang="en-US" dirty="0"/>
              <a:t> 요금제 가입</a:t>
            </a:r>
          </a:p>
          <a:p>
            <a:r>
              <a:rPr lang="ko-KR" altLang="en-US" dirty="0"/>
              <a:t>고객 </a:t>
            </a:r>
            <a:r>
              <a:rPr lang="ko-KR" altLang="en-US" dirty="0" err="1"/>
              <a:t>C의</a:t>
            </a:r>
            <a:r>
              <a:rPr lang="ko-KR" altLang="en-US" dirty="0"/>
              <a:t> 사이트 → 고객 </a:t>
            </a:r>
            <a:r>
              <a:rPr lang="ko-KR" altLang="en-US" dirty="0" err="1"/>
              <a:t>C가</a:t>
            </a:r>
            <a:r>
              <a:rPr lang="ko-KR" altLang="en-US" dirty="0"/>
              <a:t> 직접 </a:t>
            </a:r>
            <a:r>
              <a:rPr lang="ko-KR" altLang="en-US" dirty="0" err="1"/>
              <a:t>아임웹</a:t>
            </a:r>
            <a:r>
              <a:rPr lang="ko-KR" altLang="en-US" dirty="0"/>
              <a:t> 요금제 가입</a:t>
            </a:r>
          </a:p>
        </p:txBody>
      </p:sp>
    </p:spTree>
    <p:extLst>
      <p:ext uri="{BB962C8B-B14F-4D97-AF65-F5344CB8AC3E}">
        <p14:creationId xmlns:p14="http://schemas.microsoft.com/office/powerpoint/2010/main" val="152513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7571" y="274320"/>
            <a:ext cx="1687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플랫폼 </a:t>
            </a:r>
            <a:r>
              <a:rPr lang="ko-KR" altLang="en-US" sz="1200" dirty="0" err="1" smtClean="0"/>
              <a:t>디비</a:t>
            </a:r>
            <a:r>
              <a:rPr lang="ko-KR" altLang="en-US" sz="1200" dirty="0" smtClean="0"/>
              <a:t> 방식</a:t>
            </a:r>
            <a:endParaRPr lang="ko-KR" altLang="en-US" sz="1200" dirty="0"/>
          </a:p>
        </p:txBody>
      </p:sp>
      <p:sp>
        <p:nvSpPr>
          <p:cNvPr id="3" name="직사각형 2"/>
          <p:cNvSpPr/>
          <p:nvPr/>
        </p:nvSpPr>
        <p:spPr>
          <a:xfrm>
            <a:off x="180109" y="709505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[판매자 화면에서]</a:t>
            </a:r>
          </a:p>
          <a:p>
            <a:r>
              <a:rPr lang="ko-KR" altLang="en-US" dirty="0"/>
              <a:t>"게시판 추가" 버튼 클릭</a:t>
            </a:r>
          </a:p>
          <a:p>
            <a:r>
              <a:rPr lang="ko-KR" altLang="en-US" dirty="0"/>
              <a:t>       ↓</a:t>
            </a:r>
          </a:p>
          <a:p>
            <a:r>
              <a:rPr lang="ko-KR" altLang="en-US" dirty="0"/>
              <a:t>[플랫폼 내부에서 자동으로]</a:t>
            </a:r>
          </a:p>
          <a:p>
            <a:r>
              <a:rPr lang="ko-KR" altLang="en-US" dirty="0"/>
              <a:t>1. </a:t>
            </a:r>
            <a:r>
              <a:rPr lang="ko-KR" altLang="en-US" dirty="0" err="1"/>
              <a:t>posts</a:t>
            </a:r>
            <a:r>
              <a:rPr lang="ko-KR" altLang="en-US" dirty="0"/>
              <a:t> 테이블에 </a:t>
            </a:r>
            <a:r>
              <a:rPr lang="ko-KR" altLang="en-US" dirty="0" err="1"/>
              <a:t>site_id</a:t>
            </a:r>
            <a:r>
              <a:rPr lang="ko-KR" altLang="en-US" dirty="0"/>
              <a:t> = 'AAA' 로 공간 확보</a:t>
            </a:r>
          </a:p>
          <a:p>
            <a:r>
              <a:rPr lang="ko-KR" altLang="en-US" dirty="0"/>
              <a:t>2. 게시판 설정 저장</a:t>
            </a:r>
          </a:p>
          <a:p>
            <a:r>
              <a:rPr lang="ko-KR" altLang="en-US" dirty="0"/>
              <a:t>   (제목 </a:t>
            </a:r>
            <a:r>
              <a:rPr lang="ko-KR" altLang="en-US" dirty="0" err="1"/>
              <a:t>표시여부</a:t>
            </a:r>
            <a:r>
              <a:rPr lang="ko-KR" altLang="en-US" dirty="0"/>
              <a:t>, 댓글 허용여부 등)</a:t>
            </a:r>
          </a:p>
          <a:p>
            <a:r>
              <a:rPr lang="ko-KR" altLang="en-US" dirty="0"/>
              <a:t>3. API </a:t>
            </a:r>
            <a:r>
              <a:rPr lang="ko-KR" altLang="en-US" dirty="0" err="1"/>
              <a:t>엔드포인트</a:t>
            </a:r>
            <a:r>
              <a:rPr lang="ko-KR" altLang="en-US" dirty="0"/>
              <a:t> 자동 생성</a:t>
            </a:r>
          </a:p>
          <a:p>
            <a:r>
              <a:rPr lang="ko-KR" altLang="en-US" dirty="0"/>
              <a:t>   GET  /</a:t>
            </a:r>
            <a:r>
              <a:rPr lang="ko-KR" altLang="en-US" dirty="0" err="1"/>
              <a:t>api</a:t>
            </a:r>
            <a:r>
              <a:rPr lang="ko-KR" altLang="en-US" dirty="0"/>
              <a:t>/AAA/</a:t>
            </a:r>
            <a:r>
              <a:rPr lang="ko-KR" altLang="en-US" dirty="0" err="1"/>
              <a:t>posts</a:t>
            </a:r>
            <a:r>
              <a:rPr lang="ko-KR" altLang="en-US" dirty="0"/>
              <a:t>        ← 목록 조회</a:t>
            </a:r>
          </a:p>
          <a:p>
            <a:r>
              <a:rPr lang="ko-KR" altLang="en-US" dirty="0"/>
              <a:t>   POST /</a:t>
            </a:r>
            <a:r>
              <a:rPr lang="ko-KR" altLang="en-US" dirty="0" err="1"/>
              <a:t>api</a:t>
            </a:r>
            <a:r>
              <a:rPr lang="ko-KR" altLang="en-US" dirty="0"/>
              <a:t>/AAA/</a:t>
            </a:r>
            <a:r>
              <a:rPr lang="ko-KR" altLang="en-US" dirty="0" err="1"/>
              <a:t>posts</a:t>
            </a:r>
            <a:r>
              <a:rPr lang="ko-KR" altLang="en-US" dirty="0"/>
              <a:t>        ← 글 작성</a:t>
            </a:r>
          </a:p>
          <a:p>
            <a:r>
              <a:rPr lang="ko-KR" altLang="en-US" dirty="0"/>
              <a:t>   PUT  /</a:t>
            </a:r>
            <a:r>
              <a:rPr lang="ko-KR" altLang="en-US" dirty="0" err="1"/>
              <a:t>api</a:t>
            </a:r>
            <a:r>
              <a:rPr lang="ko-KR" altLang="en-US" dirty="0"/>
              <a:t>/AAA/</a:t>
            </a:r>
            <a:r>
              <a:rPr lang="ko-KR" altLang="en-US" dirty="0" err="1"/>
              <a:t>posts</a:t>
            </a:r>
            <a:r>
              <a:rPr lang="ko-KR" altLang="en-US" dirty="0"/>
              <a:t>/:</a:t>
            </a:r>
            <a:r>
              <a:rPr lang="ko-KR" altLang="en-US" dirty="0" err="1"/>
              <a:t>id</a:t>
            </a:r>
            <a:r>
              <a:rPr lang="ko-KR" altLang="en-US" dirty="0"/>
              <a:t>    ← 글 수정</a:t>
            </a:r>
          </a:p>
          <a:p>
            <a:r>
              <a:rPr lang="ko-KR" altLang="en-US" dirty="0"/>
              <a:t>   DELETE /</a:t>
            </a:r>
            <a:r>
              <a:rPr lang="ko-KR" altLang="en-US" dirty="0" err="1"/>
              <a:t>api</a:t>
            </a:r>
            <a:r>
              <a:rPr lang="ko-KR" altLang="en-US" dirty="0"/>
              <a:t>/AAA/</a:t>
            </a:r>
            <a:r>
              <a:rPr lang="ko-KR" altLang="en-US" dirty="0" err="1"/>
              <a:t>posts</a:t>
            </a:r>
            <a:r>
              <a:rPr lang="ko-KR" altLang="en-US" dirty="0"/>
              <a:t>/:</a:t>
            </a:r>
            <a:r>
              <a:rPr lang="ko-KR" altLang="en-US" dirty="0" err="1"/>
              <a:t>id</a:t>
            </a:r>
            <a:r>
              <a:rPr lang="ko-KR" altLang="en-US" dirty="0"/>
              <a:t>  ← 글 삭제</a:t>
            </a:r>
          </a:p>
          <a:p>
            <a:r>
              <a:rPr lang="ko-KR" altLang="en-US" dirty="0"/>
              <a:t>4. 화면에 게시판 UI 자동 렌더링</a:t>
            </a:r>
          </a:p>
        </p:txBody>
      </p:sp>
    </p:spTree>
    <p:extLst>
      <p:ext uri="{BB962C8B-B14F-4D97-AF65-F5344CB8AC3E}">
        <p14:creationId xmlns:p14="http://schemas.microsoft.com/office/powerpoint/2010/main" val="231227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11027" y="235126"/>
            <a:ext cx="46875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🎯 </a:t>
            </a:r>
            <a:r>
              <a:rPr lang="ko-KR" altLang="en-US" dirty="0" err="1"/>
              <a:t>노코드</a:t>
            </a:r>
            <a:r>
              <a:rPr lang="ko-KR" altLang="en-US" dirty="0"/>
              <a:t> </a:t>
            </a:r>
            <a:r>
              <a:rPr lang="ko-KR" altLang="en-US" dirty="0" err="1"/>
              <a:t>웹빌더</a:t>
            </a:r>
            <a:r>
              <a:rPr lang="ko-KR" altLang="en-US" dirty="0"/>
              <a:t> 플랫폼 </a:t>
            </a:r>
            <a:r>
              <a:rPr lang="en-US" altLang="ko-KR" dirty="0"/>
              <a:t>— </a:t>
            </a:r>
            <a:r>
              <a:rPr lang="ko-KR" altLang="en-US" dirty="0"/>
              <a:t>초기 방향 정리</a:t>
            </a:r>
          </a:p>
        </p:txBody>
      </p:sp>
    </p:spTree>
    <p:extLst>
      <p:ext uri="{BB962C8B-B14F-4D97-AF65-F5344CB8AC3E}">
        <p14:creationId xmlns:p14="http://schemas.microsoft.com/office/powerpoint/2010/main" val="353442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484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4905" y="753642"/>
            <a:ext cx="41725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홈페이지 제작 </a:t>
            </a:r>
            <a:r>
              <a:rPr lang="en-US" altLang="ko-KR" dirty="0" smtClean="0"/>
              <a:t>biz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514905" y="1242874"/>
            <a:ext cx="2370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err="1" smtClean="0"/>
              <a:t>Imweb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제작플렛폼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678" y="2024108"/>
            <a:ext cx="5576101" cy="4331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5188" y="5007006"/>
            <a:ext cx="1811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Pc2848pu1!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14905" y="189470"/>
            <a:ext cx="1923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20251116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770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488924" y="2645546"/>
            <a:ext cx="5095783" cy="7989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시장조사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8734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06641" y="1362229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smtClean="0"/>
              <a:t>// </a:t>
            </a:r>
            <a:r>
              <a:rPr lang="ko-KR" altLang="en-US" dirty="0" err="1" smtClean="0"/>
              <a:t>솔바</a:t>
            </a:r>
            <a:r>
              <a:rPr lang="ko-KR" altLang="en-US" dirty="0" smtClean="0"/>
              <a:t> </a:t>
            </a:r>
            <a:r>
              <a:rPr lang="en-US" altLang="ko-KR" dirty="0"/>
              <a:t>: https://www.solvaaa.com/</a:t>
            </a:r>
            <a:endParaRPr lang="en-US" altLang="ko-KR" dirty="0" smtClean="0"/>
          </a:p>
          <a:p>
            <a:r>
              <a:rPr lang="ko-KR" altLang="en-US" dirty="0" smtClean="0"/>
              <a:t>https</a:t>
            </a:r>
            <a:r>
              <a:rPr lang="ko-KR" altLang="en-US" dirty="0"/>
              <a:t>://www.coupang.com/vp/products/9024915584?itemId=26466605196&amp;vendorItemId=93441828788&amp;q=%ED%99%88%ED%8E%98%EC%9D%B4%EC%A7%80%EC%A0%9C%EC%9E%91&amp;searchId=d97c227133450998&amp;sourceType=search&amp;itemsCount=36&amp;searchRank=24&amp;rank=24&amp;traceId=mi2sw11p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46229" y="257452"/>
            <a:ext cx="3622089" cy="692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경쟁업체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1623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096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08023" y="1635257"/>
            <a:ext cx="5420419" cy="31426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6844684" y="1635257"/>
            <a:ext cx="4944862" cy="31426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346229" y="257452"/>
            <a:ext cx="3622089" cy="69245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수익모델 </a:t>
            </a:r>
            <a:endParaRPr lang="ko-KR" altLang="en-US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7501631" y="3046808"/>
            <a:ext cx="1419220" cy="85770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템플릿</a:t>
            </a:r>
            <a:endParaRPr lang="ko-KR" altLang="en-US" dirty="0"/>
          </a:p>
        </p:txBody>
      </p:sp>
      <p:sp>
        <p:nvSpPr>
          <p:cNvPr id="6" name="모서리가 둥근 직사각형 5"/>
          <p:cNvSpPr/>
          <p:nvPr/>
        </p:nvSpPr>
        <p:spPr>
          <a:xfrm>
            <a:off x="9738806" y="3055686"/>
            <a:ext cx="1419220" cy="8041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 smtClean="0"/>
              <a:t>커스텀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128769" y="1937098"/>
            <a:ext cx="14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신규개발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0874" y="1830993"/>
            <a:ext cx="14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유지관리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1936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385" y="753520"/>
            <a:ext cx="5639289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02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</TotalTime>
  <Words>180</Words>
  <Application>Microsoft Office PowerPoint</Application>
  <PresentationFormat>와이드스크린</PresentationFormat>
  <Paragraphs>38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Homepage Dev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Homepage Dev</dc:title>
  <dc:creator>남승현(shnam)</dc:creator>
  <cp:lastModifiedBy>남승현(shnam)</cp:lastModifiedBy>
  <cp:revision>13</cp:revision>
  <dcterms:created xsi:type="dcterms:W3CDTF">2025-11-06T05:04:56Z</dcterms:created>
  <dcterms:modified xsi:type="dcterms:W3CDTF">2026-03-16T07:52:22Z</dcterms:modified>
</cp:coreProperties>
</file>