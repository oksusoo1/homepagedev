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4" r:id="rId4"/>
    <p:sldId id="319" r:id="rId5"/>
    <p:sldId id="318" r:id="rId6"/>
    <p:sldId id="315" r:id="rId7"/>
    <p:sldId id="316" r:id="rId8"/>
    <p:sldId id="320" r:id="rId9"/>
    <p:sldId id="321" r:id="rId10"/>
    <p:sldId id="322" r:id="rId11"/>
    <p:sldId id="317" r:id="rId12"/>
    <p:sldId id="323" r:id="rId13"/>
    <p:sldId id="324" r:id="rId14"/>
    <p:sldId id="313" r:id="rId15"/>
    <p:sldId id="312" r:id="rId16"/>
    <p:sldId id="305" r:id="rId17"/>
    <p:sldId id="310" r:id="rId18"/>
    <p:sldId id="306" r:id="rId19"/>
    <p:sldId id="307" r:id="rId20"/>
    <p:sldId id="308" r:id="rId21"/>
    <p:sldId id="309" r:id="rId22"/>
    <p:sldId id="291" r:id="rId23"/>
    <p:sldId id="292" r:id="rId24"/>
    <p:sldId id="293" r:id="rId25"/>
    <p:sldId id="300" r:id="rId26"/>
    <p:sldId id="294" r:id="rId27"/>
    <p:sldId id="296" r:id="rId28"/>
    <p:sldId id="297" r:id="rId29"/>
    <p:sldId id="298" r:id="rId30"/>
    <p:sldId id="295" r:id="rId31"/>
    <p:sldId id="299" r:id="rId32"/>
    <p:sldId id="301" r:id="rId33"/>
    <p:sldId id="302" r:id="rId34"/>
    <p:sldId id="303" r:id="rId35"/>
    <p:sldId id="304" r:id="rId36"/>
    <p:sldId id="271" r:id="rId37"/>
    <p:sldId id="272" r:id="rId38"/>
    <p:sldId id="274" r:id="rId39"/>
    <p:sldId id="276" r:id="rId40"/>
    <p:sldId id="275" r:id="rId41"/>
    <p:sldId id="273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6" r:id="rId51"/>
    <p:sldId id="285" r:id="rId52"/>
    <p:sldId id="287" r:id="rId53"/>
    <p:sldId id="288" r:id="rId54"/>
    <p:sldId id="289" r:id="rId55"/>
    <p:sldId id="290" r:id="rId56"/>
    <p:sldId id="260" r:id="rId57"/>
    <p:sldId id="261" r:id="rId58"/>
    <p:sldId id="262" r:id="rId59"/>
    <p:sldId id="263" r:id="rId60"/>
    <p:sldId id="264" r:id="rId61"/>
    <p:sldId id="265" r:id="rId62"/>
    <p:sldId id="268" r:id="rId63"/>
    <p:sldId id="269" r:id="rId64"/>
    <p:sldId id="266" r:id="rId65"/>
    <p:sldId id="267" r:id="rId66"/>
    <p:sldId id="259" r:id="rId67"/>
    <p:sldId id="257" r:id="rId68"/>
    <p:sldId id="258" r:id="rId6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389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31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2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95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9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8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1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8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7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9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B49B-C0AE-447B-876C-1A453E2B644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30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imweb.me/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pavvmktfbkpdtaayvplf.supabase.co/" TargetMode="Externa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My-</a:t>
            </a:r>
            <a:r>
              <a:rPr lang="en-US" altLang="ko-KR" dirty="0" err="1" smtClean="0"/>
              <a:t>plaform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1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0768"/>
            <a:ext cx="8716863" cy="43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6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899592" y="1484784"/>
            <a:ext cx="93610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랜딩페이지</a:t>
            </a:r>
            <a:endParaRPr lang="ko-KR" altLang="en-US" sz="1000" dirty="0"/>
          </a:p>
        </p:txBody>
      </p:sp>
      <p:sp>
        <p:nvSpPr>
          <p:cNvPr id="4" name="직사각형 3"/>
          <p:cNvSpPr/>
          <p:nvPr/>
        </p:nvSpPr>
        <p:spPr>
          <a:xfrm>
            <a:off x="2051720" y="1484784"/>
            <a:ext cx="11740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고객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로그인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횐원가입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3563888" y="1556792"/>
            <a:ext cx="81400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고객포탈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3380736" y="2367751"/>
            <a:ext cx="11803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사이트생성</a:t>
            </a:r>
            <a:endParaRPr lang="en-US" altLang="ko-KR" sz="1000" dirty="0" smtClean="0"/>
          </a:p>
          <a:p>
            <a:r>
              <a:rPr lang="ko-KR" altLang="en-US" sz="1000" dirty="0" err="1" smtClean="0"/>
              <a:t>템플릿선택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카페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식당</a:t>
            </a:r>
            <a:r>
              <a:rPr lang="en-US" altLang="ko-KR" sz="1000" dirty="0" smtClean="0"/>
              <a:t>…)</a:t>
            </a:r>
          </a:p>
          <a:p>
            <a:r>
              <a:rPr lang="en-US" altLang="ko-KR" sz="1000" dirty="0" smtClean="0"/>
              <a:t>-----------</a:t>
            </a:r>
          </a:p>
          <a:p>
            <a:r>
              <a:rPr lang="ko-KR" altLang="en-US" sz="1000" dirty="0" err="1" smtClean="0"/>
              <a:t>사이트이동</a:t>
            </a:r>
            <a:endParaRPr lang="en-US" altLang="ko-KR" sz="1000" dirty="0" smtClean="0"/>
          </a:p>
          <a:p>
            <a:r>
              <a:rPr lang="en-US" altLang="ko-KR" sz="1000" dirty="0" smtClean="0"/>
              <a:t>-----------</a:t>
            </a:r>
          </a:p>
          <a:p>
            <a:r>
              <a:rPr lang="ko-KR" altLang="en-US" sz="1000" dirty="0" err="1" smtClean="0"/>
              <a:t>사이트관리</a:t>
            </a:r>
            <a:endParaRPr lang="en-US" altLang="ko-KR" sz="1000" dirty="0" smtClean="0"/>
          </a:p>
          <a:p>
            <a:r>
              <a:rPr lang="ko-KR" altLang="en-US" sz="1000" dirty="0" smtClean="0"/>
              <a:t>기본정보저장</a:t>
            </a:r>
            <a:endParaRPr lang="en-US" altLang="ko-KR" sz="1000" dirty="0" smtClean="0"/>
          </a:p>
          <a:p>
            <a:r>
              <a:rPr lang="ko-KR" altLang="en-US" sz="1000" dirty="0" smtClean="0"/>
              <a:t>사이트 에디터로 편집</a:t>
            </a:r>
            <a:endParaRPr lang="en-US" altLang="ko-KR" sz="1000" dirty="0" smtClean="0"/>
          </a:p>
          <a:p>
            <a:r>
              <a:rPr lang="ko-KR" altLang="en-US" sz="1000" dirty="0" smtClean="0"/>
              <a:t>사이트운영현황</a:t>
            </a:r>
            <a:endParaRPr lang="en-US" altLang="ko-KR" sz="1000" dirty="0" smtClean="0"/>
          </a:p>
          <a:p>
            <a:r>
              <a:rPr lang="ko-KR" altLang="en-US" sz="1000" dirty="0" err="1" smtClean="0"/>
              <a:t>결재연계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수정요청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처리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고객포탈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860032" y="3861048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카드등록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구독설정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4860031" y="3140967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에디터로수정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4860030" y="2528899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템플릿으로 생성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4860030" y="4509745"/>
            <a:ext cx="81400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배포신청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4851703" y="1862825"/>
            <a:ext cx="81400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회원관리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6162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899592" y="1484784"/>
            <a:ext cx="93610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홈페이지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고객사이트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439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606312" y="1564136"/>
            <a:ext cx="1301392" cy="515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플랫폼 </a:t>
            </a:r>
            <a:r>
              <a:rPr lang="ko-KR" altLang="en-US" sz="1000" dirty="0" err="1" smtClean="0"/>
              <a:t>랜딩페이지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07904" y="946612"/>
            <a:ext cx="1944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플랫폼 수정 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r>
              <a:rPr lang="ko-KR" altLang="en-US" sz="1000" dirty="0" err="1" smtClean="0"/>
              <a:t>새사이트</a:t>
            </a:r>
            <a:r>
              <a:rPr lang="ko-KR" altLang="en-US" sz="1000" dirty="0" smtClean="0"/>
              <a:t> 개설 불필요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endParaRPr lang="en-US" altLang="ko-KR" sz="1000" dirty="0"/>
          </a:p>
          <a:p>
            <a:pPr marL="171450" indent="-171450">
              <a:buFontTx/>
              <a:buChar char="-"/>
            </a:pP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4399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196752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//</a:t>
            </a:r>
            <a:r>
              <a:rPr lang="en-US" altLang="ko-KR" sz="1200" dirty="0" err="1" smtClean="0"/>
              <a:t>imweb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539552" y="2060848"/>
            <a:ext cx="1917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https://imweb.me/mysite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3419872" y="2060848"/>
            <a:ext cx="72008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4427984" y="170080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https://oksusoo133757.imweb.me/admin/?type=page&amp;back_url=aHR0cHM6Ly9va3N1c29vMTMzNzU3Lmltd2ViLm1lL2FkbWlu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4941168"/>
            <a:ext cx="2223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3B3B3B"/>
                </a:solidFill>
                <a:latin typeface="Consolas" panose="020B0609020204030204" pitchFamily="49" charset="0"/>
              </a:rPr>
              <a:t>http://localhost:3000/my</a:t>
            </a:r>
            <a:endParaRPr lang="en-US" altLang="ko-KR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3923928" y="5013176"/>
            <a:ext cx="72008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" name="직사각형 7"/>
          <p:cNvSpPr/>
          <p:nvPr/>
        </p:nvSpPr>
        <p:spPr>
          <a:xfrm>
            <a:off x="4828442" y="4941168"/>
            <a:ext cx="29883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3B3B3B"/>
                </a:solidFill>
                <a:latin typeface="Consolas" panose="020B0609020204030204" pitchFamily="49" charset="0"/>
              </a:rPr>
              <a:t>http://localhost:3000/my/testcafe</a:t>
            </a:r>
            <a:endParaRPr lang="en-US" altLang="ko-KR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552" y="4077072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//</a:t>
            </a:r>
            <a:r>
              <a:rPr lang="en-US" altLang="ko-KR" sz="1200" dirty="0" err="1" smtClean="0"/>
              <a:t>myplaform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51520" y="26064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비교점검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32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4464496" cy="312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04664"/>
            <a:ext cx="814997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2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32656"/>
            <a:ext cx="8502905" cy="58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9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60648"/>
            <a:ext cx="7929916" cy="47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3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64704"/>
            <a:ext cx="1598412" cy="36702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764704"/>
            <a:ext cx="1658474" cy="31559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005064"/>
            <a:ext cx="1347986" cy="11277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764704"/>
            <a:ext cx="1285926" cy="21353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942" y="603185"/>
            <a:ext cx="1625981" cy="459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764704"/>
            <a:ext cx="2419350" cy="30384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88640"/>
            <a:ext cx="1916157" cy="527320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548680"/>
            <a:ext cx="1406483" cy="22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6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88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20260331 </a:t>
            </a:r>
            <a:r>
              <a:rPr lang="ko-KR" altLang="en-US" dirty="0" err="1" smtClean="0"/>
              <a:t>에데터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심플버젼으로</a:t>
            </a:r>
            <a:r>
              <a:rPr lang="ko-KR" altLang="en-US" dirty="0" smtClean="0"/>
              <a:t> 기능 추가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4" y="980728"/>
            <a:ext cx="8273410" cy="420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4433764" cy="376778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51520" y="260648"/>
            <a:ext cx="28803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토스개발자</a:t>
            </a:r>
            <a:r>
              <a:rPr lang="ko-KR" altLang="en-US" dirty="0" smtClean="0"/>
              <a:t> 가입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573016"/>
            <a:ext cx="3052401" cy="1706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4426483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cxxxx1!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57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26064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20260326 </a:t>
            </a:r>
            <a:r>
              <a:rPr lang="ko-KR" altLang="en-US" dirty="0" err="1" smtClean="0"/>
              <a:t>고객포털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3528" y="90872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mtClean="0"/>
              <a:t>app/</a:t>
            </a:r>
          </a:p>
          <a:p>
            <a:r>
              <a:rPr lang="ko-KR" altLang="en-US" smtClean="0"/>
              <a:t>  login/</a:t>
            </a:r>
          </a:p>
          <a:p>
            <a:r>
              <a:rPr lang="ko-KR" altLang="en-US" smtClean="0"/>
              <a:t>    page.js  ✅</a:t>
            </a:r>
          </a:p>
          <a:p>
            <a:r>
              <a:rPr lang="ko-KR" altLang="en-US" smtClean="0"/>
              <a:t>  my/</a:t>
            </a:r>
          </a:p>
          <a:p>
            <a:r>
              <a:rPr lang="ko-KR" altLang="en-US" smtClean="0"/>
              <a:t>    page.js  ✅</a:t>
            </a:r>
          </a:p>
          <a:p>
            <a:r>
              <a:rPr lang="ko-KR" altLang="en-US" smtClean="0"/>
              <a:t>    [subdomain]/</a:t>
            </a:r>
          </a:p>
          <a:p>
            <a:r>
              <a:rPr lang="ko-KR" altLang="en-US" smtClean="0"/>
              <a:t>      page.js  ✅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851920" y="908720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/>
              <a:t>--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컬럼 추가</a:t>
            </a:r>
          </a:p>
          <a:p>
            <a:r>
              <a:rPr lang="ko-KR" altLang="en-US" sz="1000" dirty="0"/>
              <a:t>ALTER TABLE </a:t>
            </a:r>
            <a:r>
              <a:rPr lang="ko-KR" altLang="en-US" sz="1000" dirty="0" err="1"/>
              <a:t>customers</a:t>
            </a:r>
            <a:endParaRPr lang="ko-KR" altLang="en-US" sz="1000" dirty="0"/>
          </a:p>
          <a:p>
            <a:r>
              <a:rPr lang="ko-KR" altLang="en-US" sz="1000" dirty="0"/>
              <a:t>ADD COLUMN IF NOT EXISTS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UUID REFERENCES </a:t>
            </a:r>
            <a:r>
              <a:rPr lang="ko-KR" altLang="en-US" sz="1000" dirty="0" err="1"/>
              <a:t>auth.users</a:t>
            </a:r>
            <a:r>
              <a:rPr lang="ko-KR" altLang="en-US" sz="1000" dirty="0"/>
              <a:t>(</a:t>
            </a:r>
            <a:r>
              <a:rPr lang="ko-KR" altLang="en-US" sz="1000" dirty="0" err="1"/>
              <a:t>id</a:t>
            </a:r>
            <a:r>
              <a:rPr lang="ko-KR" altLang="en-US" sz="1000" dirty="0"/>
              <a:t>);</a:t>
            </a:r>
          </a:p>
          <a:p>
            <a:endParaRPr lang="ko-KR" altLang="en-US" sz="1000" dirty="0"/>
          </a:p>
          <a:p>
            <a:r>
              <a:rPr lang="ko-KR" altLang="en-US" sz="1000" dirty="0"/>
              <a:t>-- wonse@hos.com 연결</a:t>
            </a:r>
          </a:p>
          <a:p>
            <a:r>
              <a:rPr lang="ko-KR" altLang="en-US" sz="1000" dirty="0"/>
              <a:t>UPDATE </a:t>
            </a:r>
            <a:r>
              <a:rPr lang="ko-KR" altLang="en-US" sz="1000" dirty="0" err="1"/>
              <a:t>customers</a:t>
            </a:r>
            <a:endParaRPr lang="ko-KR" altLang="en-US" sz="1000" dirty="0"/>
          </a:p>
          <a:p>
            <a:r>
              <a:rPr lang="ko-KR" altLang="en-US" sz="1000" dirty="0"/>
              <a:t>SET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= (</a:t>
            </a:r>
          </a:p>
          <a:p>
            <a:r>
              <a:rPr lang="ko-KR" altLang="en-US" sz="1000" dirty="0"/>
              <a:t>  SELECT </a:t>
            </a:r>
            <a:r>
              <a:rPr lang="ko-KR" altLang="en-US" sz="1000" dirty="0" err="1"/>
              <a:t>id</a:t>
            </a:r>
            <a:r>
              <a:rPr lang="ko-KR" altLang="en-US" sz="1000" dirty="0"/>
              <a:t> FROM </a:t>
            </a:r>
            <a:r>
              <a:rPr lang="ko-KR" altLang="en-US" sz="1000" dirty="0" err="1"/>
              <a:t>auth.users</a:t>
            </a:r>
            <a:r>
              <a:rPr lang="ko-KR" altLang="en-US" sz="1000" dirty="0"/>
              <a:t> WHERE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 = '</a:t>
            </a:r>
            <a:r>
              <a:rPr lang="ko-KR" altLang="en-US" sz="1000" dirty="0" err="1"/>
              <a:t>wonse@hos.com</a:t>
            </a:r>
            <a:r>
              <a:rPr lang="ko-KR" altLang="en-US" sz="1000" dirty="0"/>
              <a:t>'</a:t>
            </a:r>
          </a:p>
          <a:p>
            <a:r>
              <a:rPr lang="ko-KR" altLang="en-US" sz="1000" dirty="0"/>
              <a:t>)</a:t>
            </a:r>
          </a:p>
          <a:p>
            <a:r>
              <a:rPr lang="ko-KR" altLang="en-US" sz="1000" dirty="0"/>
              <a:t>WHERE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 = '</a:t>
            </a:r>
            <a:r>
              <a:rPr lang="ko-KR" altLang="en-US" sz="1000" dirty="0" err="1"/>
              <a:t>wonse@hos.com</a:t>
            </a:r>
            <a:r>
              <a:rPr lang="ko-KR" altLang="en-US" sz="1000" dirty="0"/>
              <a:t>';</a:t>
            </a:r>
          </a:p>
          <a:p>
            <a:endParaRPr lang="ko-KR" altLang="en-US" sz="1000" dirty="0"/>
          </a:p>
          <a:p>
            <a:r>
              <a:rPr lang="ko-KR" altLang="en-US" sz="1000" dirty="0"/>
              <a:t>-- 확인</a:t>
            </a:r>
          </a:p>
          <a:p>
            <a:r>
              <a:rPr lang="ko-KR" altLang="en-US" sz="1000" dirty="0"/>
              <a:t>SELECT </a:t>
            </a:r>
            <a:r>
              <a:rPr lang="ko-KR" altLang="en-US" sz="1000" dirty="0" err="1"/>
              <a:t>customer_id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name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FROM </a:t>
            </a:r>
            <a:r>
              <a:rPr lang="ko-KR" altLang="en-US" sz="1000" dirty="0" err="1"/>
              <a:t>customers</a:t>
            </a:r>
            <a:r>
              <a:rPr lang="ko-KR" altLang="en-US" sz="1000" dirty="0"/>
              <a:t>;</a:t>
            </a:r>
          </a:p>
          <a:p>
            <a:r>
              <a:rPr lang="ko-KR" altLang="en-US" sz="1000" dirty="0"/>
              <a:t>```</a:t>
            </a:r>
          </a:p>
          <a:p>
            <a:endParaRPr lang="ko-KR" altLang="en-US" sz="1000" dirty="0"/>
          </a:p>
          <a:p>
            <a:r>
              <a:rPr lang="ko-KR" altLang="en-US" sz="1000" dirty="0"/>
              <a:t>**STEP 2. 테스트:**</a:t>
            </a:r>
          </a:p>
          <a:p>
            <a:r>
              <a:rPr lang="ko-KR" altLang="en-US" sz="1000" dirty="0"/>
              <a:t>```</a:t>
            </a:r>
          </a:p>
          <a:p>
            <a:r>
              <a:rPr lang="ko-KR" altLang="en-US" sz="1000" dirty="0"/>
              <a:t>localhost:3000/</a:t>
            </a:r>
            <a:r>
              <a:rPr lang="ko-KR" altLang="en-US" sz="1000" dirty="0" err="1"/>
              <a:t>login</a:t>
            </a:r>
            <a:endParaRPr lang="ko-KR" altLang="en-US" sz="1000" dirty="0"/>
          </a:p>
          <a:p>
            <a:r>
              <a:rPr lang="ko-KR" altLang="en-US" sz="1000" dirty="0"/>
              <a:t>  → wonse@hos.com / test123</a:t>
            </a:r>
          </a:p>
          <a:p>
            <a:r>
              <a:rPr lang="ko-KR" altLang="en-US" sz="1000" dirty="0"/>
              <a:t>  → 로그인 성공 시 /</a:t>
            </a:r>
            <a:r>
              <a:rPr lang="ko-KR" altLang="en-US" sz="1000" dirty="0" err="1"/>
              <a:t>my</a:t>
            </a:r>
            <a:r>
              <a:rPr lang="ko-KR" altLang="en-US" sz="1000" dirty="0"/>
              <a:t> 이동</a:t>
            </a:r>
          </a:p>
          <a:p>
            <a:r>
              <a:rPr lang="ko-KR" altLang="en-US" sz="1000" dirty="0"/>
              <a:t>  → 사이트 목록 확인</a:t>
            </a:r>
          </a:p>
          <a:p>
            <a:r>
              <a:rPr lang="ko-KR" altLang="en-US" sz="1000" dirty="0"/>
              <a:t>  → 사이트 클릭 → /</a:t>
            </a:r>
            <a:r>
              <a:rPr lang="ko-KR" altLang="en-US" sz="1000" dirty="0" err="1"/>
              <a:t>my</a:t>
            </a:r>
            <a:r>
              <a:rPr lang="ko-KR" altLang="en-US" sz="1000" dirty="0"/>
              <a:t>/</a:t>
            </a:r>
            <a:r>
              <a:rPr lang="ko-KR" altLang="en-US" sz="1000" dirty="0" err="1"/>
              <a:t>testcafe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605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088" y="3573016"/>
            <a:ext cx="4856981" cy="25985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627059"/>
            <a:ext cx="2666467" cy="41952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04664"/>
            <a:ext cx="6419925" cy="6673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1196752"/>
            <a:ext cx="1499545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0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96" y="692696"/>
            <a:ext cx="2589909" cy="25599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3" y="3501008"/>
            <a:ext cx="740181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0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283402" cy="543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2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1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8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166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20260325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5536" y="620688"/>
            <a:ext cx="324036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아임웹</a:t>
            </a:r>
            <a:r>
              <a:rPr lang="ko-KR" altLang="en-US" dirty="0" smtClean="0"/>
              <a:t> 프로세스 분석</a:t>
            </a:r>
            <a:endParaRPr lang="en-US" altLang="ko-KR" dirty="0" smtClean="0"/>
          </a:p>
          <a:p>
            <a:pPr algn="ctr"/>
            <a:r>
              <a:rPr lang="en-US" altLang="ko-KR" dirty="0">
                <a:hlinkClick r:id="rId2"/>
              </a:rPr>
              <a:t>https://imweb.me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2" y="1916832"/>
            <a:ext cx="5261323" cy="349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5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3568" y="548680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55576" y="4653136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무료로 시작하기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88639"/>
            <a:ext cx="1512168" cy="258226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770902"/>
            <a:ext cx="3873662" cy="318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3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52736"/>
            <a:ext cx="4806511" cy="19745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4005064"/>
            <a:ext cx="5544616" cy="16678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576" y="33265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웹사이트개설하기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625" y="2040030"/>
            <a:ext cx="2306191" cy="299195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084169" y="3212976"/>
            <a:ext cx="576063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1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823912"/>
            <a:ext cx="79438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5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260648"/>
            <a:ext cx="23762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유료가입후</a:t>
            </a:r>
            <a:r>
              <a:rPr lang="ko-KR" altLang="en-US" dirty="0" smtClean="0"/>
              <a:t> 로그인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7"/>
            <a:ext cx="4248472" cy="22471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181129"/>
            <a:ext cx="4284068" cy="24401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3528" y="3515944"/>
            <a:ext cx="1800200" cy="633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템플릿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5157192"/>
            <a:ext cx="3723159" cy="106688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012160" y="3933056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웹사이트개설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73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12776"/>
            <a:ext cx="6408712" cy="305378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39552" y="476672"/>
            <a:ext cx="180020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내사이트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64288" y="270892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템플릿변경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사이트관리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448" y="3930045"/>
            <a:ext cx="5057948" cy="292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2"/>
            <a:ext cx="6640030" cy="509597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51520" y="188640"/>
            <a:ext cx="273630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사이트관리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156176" y="3068960"/>
            <a:ext cx="735374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59632" y="1628800"/>
            <a:ext cx="43204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9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67544" y="548680"/>
            <a:ext cx="4320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디자인모드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템플릿 내용 수정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0" y="1268760"/>
            <a:ext cx="832935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9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80200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9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764704"/>
            <a:ext cx="5709566" cy="43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6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8608231" cy="425165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88507" y="548680"/>
            <a:ext cx="4389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STEP 1. </a:t>
            </a:r>
            <a:r>
              <a:rPr lang="en-US" altLang="ko-KR" dirty="0" err="1"/>
              <a:t>Supabase</a:t>
            </a:r>
            <a:r>
              <a:rPr lang="ko-KR" altLang="en-US" dirty="0"/>
              <a:t>에서 테스트 유저 생성</a:t>
            </a:r>
            <a:r>
              <a:rPr lang="en-US" altLang="ko-KR" dirty="0"/>
              <a:t>: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2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6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71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16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26064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20260324 </a:t>
            </a:r>
            <a:r>
              <a:rPr lang="ko-KR" altLang="en-US" dirty="0" smtClean="0"/>
              <a:t>설계변경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03848" y="1701302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플렛폼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99792" y="981222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웹사이트 개발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배포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도메인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유지관리 간편 </a:t>
            </a:r>
            <a:r>
              <a:rPr lang="ko-KR" altLang="en-US" dirty="0" err="1" smtClean="0"/>
              <a:t>플렛폼</a:t>
            </a:r>
            <a:r>
              <a:rPr lang="ko-KR" altLang="en-US" dirty="0" smtClean="0"/>
              <a:t> 개발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9758" y="3021276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고객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플랫폼가입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2555776" y="2995705"/>
            <a:ext cx="3528392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1. </a:t>
            </a:r>
            <a:r>
              <a:rPr lang="ko-KR" altLang="en-US" dirty="0" err="1" smtClean="0"/>
              <a:t>플렛폼</a:t>
            </a:r>
            <a:r>
              <a:rPr lang="ko-KR" altLang="en-US" dirty="0" smtClean="0"/>
              <a:t> 가이드 직원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고객사이트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대리개발</a:t>
            </a:r>
            <a:r>
              <a:rPr lang="ko-KR" altLang="en-US" dirty="0" smtClean="0"/>
              <a:t> 및 배포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55776" y="4725144"/>
            <a:ext cx="3528392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2. </a:t>
            </a:r>
            <a:r>
              <a:rPr lang="ko-KR" altLang="en-US" dirty="0" smtClean="0"/>
              <a:t>고객이 직접 템플릿 활용해서 사이트 개발 및 배포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732240" y="4221582"/>
            <a:ext cx="165618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프랫폼이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사이트운영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90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692696"/>
            <a:ext cx="7632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고객은 플랫폼 </a:t>
            </a:r>
            <a:r>
              <a:rPr lang="ko-KR" altLang="en-US" dirty="0" err="1" smtClean="0"/>
              <a:t>가입후</a:t>
            </a:r>
            <a:r>
              <a:rPr lang="ko-KR" altLang="en-US" dirty="0" smtClean="0"/>
              <a:t> 사이트 개발을 자유롭게 가능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사이트 </a:t>
            </a:r>
            <a:r>
              <a:rPr lang="ko-KR" altLang="en-US" dirty="0" err="1" smtClean="0"/>
              <a:t>개발시</a:t>
            </a:r>
            <a:r>
              <a:rPr lang="ko-KR" altLang="en-US" dirty="0"/>
              <a:t> </a:t>
            </a:r>
            <a:r>
              <a:rPr lang="ko-KR" altLang="en-US" dirty="0" smtClean="0"/>
              <a:t>사용어려움이 있으면 본사 </a:t>
            </a:r>
            <a:r>
              <a:rPr lang="ko-KR" altLang="en-US" dirty="0" err="1" smtClean="0"/>
              <a:t>개발의뢰</a:t>
            </a:r>
            <a:r>
              <a:rPr lang="ko-KR" altLang="en-US" dirty="0" smtClean="0"/>
              <a:t> 가능 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고객은 플랫폼 </a:t>
            </a:r>
            <a:r>
              <a:rPr lang="ko-KR" altLang="en-US" dirty="0" err="1" smtClean="0"/>
              <a:t>가입후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개발후</a:t>
            </a:r>
            <a:r>
              <a:rPr lang="ko-KR" altLang="en-US" dirty="0" smtClean="0"/>
              <a:t> 배포 및 도메인연결후 카드 </a:t>
            </a:r>
            <a:r>
              <a:rPr lang="ko-KR" altLang="en-US" dirty="0" err="1" smtClean="0"/>
              <a:t>등록후</a:t>
            </a:r>
            <a:r>
              <a:rPr lang="ko-KR" altLang="en-US" dirty="0" smtClean="0"/>
              <a:t> 월 </a:t>
            </a:r>
            <a:r>
              <a:rPr lang="en-US" altLang="ko-KR" dirty="0" smtClean="0"/>
              <a:t>3</a:t>
            </a:r>
            <a:r>
              <a:rPr lang="ko-KR" altLang="en-US" dirty="0" smtClean="0"/>
              <a:t>만원의 서비스 유지 비용을 자동이체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플랫폼에서 </a:t>
            </a:r>
            <a:r>
              <a:rPr lang="ko-KR" altLang="en-US" dirty="0" err="1" smtClean="0"/>
              <a:t>고객또는</a:t>
            </a:r>
            <a:r>
              <a:rPr lang="ko-KR" altLang="en-US" dirty="0" smtClean="0"/>
              <a:t> 본사 직원이 템플릿을 </a:t>
            </a:r>
            <a:r>
              <a:rPr lang="ko-KR" altLang="en-US" dirty="0" err="1" smtClean="0"/>
              <a:t>활용서</a:t>
            </a:r>
            <a:r>
              <a:rPr lang="ko-KR" altLang="en-US" dirty="0" smtClean="0"/>
              <a:t> 자유롭게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098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55318"/>
            <a:ext cx="5616624" cy="640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3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7780115" cy="51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496944" cy="43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6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4744"/>
            <a:ext cx="8825658" cy="45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7355677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03848" y="2564904"/>
            <a:ext cx="28083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46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5544616" cy="2796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62068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사이트개설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50" y="4221088"/>
            <a:ext cx="8114631" cy="24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3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8864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 사이트 접속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51520" y="69269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**STEP 3. </a:t>
            </a:r>
            <a:r>
              <a:rPr lang="ko-KR" altLang="en-US" dirty="0"/>
              <a:t>고객 사이트 접속**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preview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[subdomain]</a:t>
            </a:r>
          </a:p>
          <a:p>
            <a:r>
              <a:rPr lang="en-US" altLang="ko-KR" dirty="0" smtClean="0"/>
              <a:t>localhost:</a:t>
            </a:r>
            <a:r>
              <a:rPr lang="en-US" altLang="ko-KR" dirty="0" smtClean="0">
                <a:solidFill>
                  <a:srgbClr val="008080"/>
                </a:solidFill>
              </a:rPr>
              <a:t>3000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preview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won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5" y="1750750"/>
            <a:ext cx="8129486" cy="44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3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26064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**STEP 4. </a:t>
            </a:r>
            <a:r>
              <a:rPr lang="ko-KR" altLang="en-US" dirty="0"/>
              <a:t>게시판 글쓰기**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 smtClean="0"/>
              <a:t>localhost:3000/preview/[subdomain]/board/write</a:t>
            </a:r>
          </a:p>
          <a:p>
            <a:r>
              <a:rPr lang="en-US" altLang="ko-KR" dirty="0" smtClean="0"/>
              <a:t>localhost:3000/preview/won/board/write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3731635" cy="26642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437112"/>
            <a:ext cx="4921127" cy="210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7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7252965" cy="40875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11663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73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**STEP 5. </a:t>
            </a:r>
            <a:r>
              <a:rPr lang="ko-KR" altLang="en-US" dirty="0"/>
              <a:t>문의 접수**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/>
              <a:t>localhost:3000/preview/</a:t>
            </a:r>
            <a:r>
              <a:rPr lang="en-US" altLang="ko-KR" dirty="0" err="1"/>
              <a:t>testcafe</a:t>
            </a:r>
            <a:r>
              <a:rPr lang="en-US" altLang="ko-KR" dirty="0"/>
              <a:t>/contact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7840"/>
            <a:ext cx="5859300" cy="444825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326844" y="692696"/>
            <a:ext cx="2493628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고객 홈페이지 에서 </a:t>
            </a:r>
            <a:r>
              <a:rPr lang="ko-KR" altLang="en-US" sz="1200" dirty="0" err="1" smtClean="0"/>
              <a:t>수정요청</a:t>
            </a:r>
            <a:r>
              <a:rPr lang="en-US" altLang="ko-KR" sz="1200" dirty="0" smtClean="0"/>
              <a:t>? </a:t>
            </a:r>
          </a:p>
          <a:p>
            <a:pPr algn="ctr"/>
            <a:r>
              <a:rPr lang="ko-KR" altLang="en-US" sz="1200" dirty="0" smtClean="0"/>
              <a:t>이상한데</a:t>
            </a:r>
            <a:r>
              <a:rPr lang="en-US" altLang="ko-KR" sz="1200" dirty="0" smtClean="0"/>
              <a:t>?</a:t>
            </a:r>
          </a:p>
          <a:p>
            <a:pPr algn="ctr"/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플랫폼에 와서 </a:t>
            </a:r>
            <a:r>
              <a:rPr lang="ko-KR" altLang="en-US" sz="1200" dirty="0" err="1" smtClean="0"/>
              <a:t>내사이트의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문의접수를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해야맞지</a:t>
            </a:r>
            <a:r>
              <a:rPr lang="en-US" altLang="ko-KR" sz="1200" dirty="0" smtClean="0"/>
              <a:t>!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2996952"/>
            <a:ext cx="5337072" cy="34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4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88840"/>
            <a:ext cx="8203641" cy="44150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404664"/>
            <a:ext cx="5976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6. </a:t>
            </a:r>
            <a:r>
              <a:rPr lang="ko-KR" altLang="en-US" dirty="0"/>
              <a:t>관리자 콘솔에서 티켓 처리**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/>
              <a:t>localhost:3000/platform → "</a:t>
            </a:r>
            <a:r>
              <a:rPr lang="ko-KR" altLang="en-US" dirty="0"/>
              <a:t>수정 요청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ko-KR" altLang="en-US" dirty="0" smtClean="0"/>
              <a:t>탭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방금 </a:t>
            </a:r>
            <a:r>
              <a:rPr lang="ko-KR" altLang="en-US" dirty="0"/>
              <a:t>접수된 티켓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"</a:t>
            </a:r>
            <a:r>
              <a:rPr lang="ko-KR" altLang="en-US" dirty="0" err="1"/>
              <a:t>처리시작</a:t>
            </a:r>
            <a:r>
              <a:rPr lang="en-US" altLang="ko-KR" dirty="0"/>
              <a:t>"</a:t>
            </a:r>
            <a:r>
              <a:rPr lang="ko-KR" altLang="en-US" dirty="0"/>
              <a:t> 버튼 클릭 → </a:t>
            </a:r>
            <a:r>
              <a:rPr lang="en-US" altLang="ko-KR" dirty="0" err="1"/>
              <a:t>in_progress</a:t>
            </a:r>
            <a:r>
              <a:rPr lang="en-US" altLang="ko-KR" dirty="0"/>
              <a:t> </a:t>
            </a:r>
            <a:r>
              <a:rPr lang="ko-KR" altLang="en-US" dirty="0"/>
              <a:t>상태 변경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"</a:t>
            </a:r>
            <a:r>
              <a:rPr lang="ko-KR" altLang="en-US" dirty="0"/>
              <a:t>완료</a:t>
            </a:r>
            <a:r>
              <a:rPr lang="en-US" altLang="ko-KR" dirty="0"/>
              <a:t>"</a:t>
            </a:r>
            <a:r>
              <a:rPr lang="ko-KR" altLang="en-US" dirty="0"/>
              <a:t> 버튼 클릭 → </a:t>
            </a:r>
            <a:r>
              <a:rPr lang="en-US" altLang="ko-KR" dirty="0"/>
              <a:t>resolved </a:t>
            </a:r>
            <a:r>
              <a:rPr lang="ko-KR" altLang="en-US" dirty="0"/>
              <a:t>상태 변경 확인</a:t>
            </a:r>
          </a:p>
        </p:txBody>
      </p:sp>
    </p:spTree>
    <p:extLst>
      <p:ext uri="{BB962C8B-B14F-4D97-AF65-F5344CB8AC3E}">
        <p14:creationId xmlns:p14="http://schemas.microsoft.com/office/powerpoint/2010/main" val="64766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5536" y="188640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7. </a:t>
            </a:r>
            <a:r>
              <a:rPr lang="ko-KR" altLang="en-US" dirty="0"/>
              <a:t>구독 납부 확인**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platform →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구독 현황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탭 </a:t>
            </a:r>
            <a:r>
              <a:rPr lang="en-US" altLang="ko-KR" dirty="0">
                <a:solidFill>
                  <a:srgbClr val="008080"/>
                </a:solidFill>
              </a:rPr>
              <a:t>1.</a:t>
            </a:r>
            <a:r>
              <a:rPr lang="ko-KR" altLang="en-US" dirty="0"/>
              <a:t> </a:t>
            </a:r>
            <a:r>
              <a:rPr lang="en-US" altLang="ko-KR" dirty="0" err="1"/>
              <a:t>testcafe</a:t>
            </a:r>
            <a:r>
              <a:rPr lang="en-US" altLang="ko-KR" dirty="0"/>
              <a:t> </a:t>
            </a:r>
            <a:r>
              <a:rPr lang="ko-KR" altLang="en-US" dirty="0"/>
              <a:t>구독 확인 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008080"/>
                </a:solidFill>
              </a:rPr>
              <a:t>2</a:t>
            </a:r>
            <a:r>
              <a:rPr lang="en-US" altLang="ko-KR" dirty="0">
                <a:solidFill>
                  <a:srgbClr val="008080"/>
                </a:solidFill>
              </a:rPr>
              <a:t>.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납부 확인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버튼 클릭 → </a:t>
            </a:r>
            <a:r>
              <a:rPr lang="en-US" altLang="ko-KR" dirty="0" err="1"/>
              <a:t>Supabase</a:t>
            </a:r>
            <a:r>
              <a:rPr lang="en-US" altLang="ko-KR" dirty="0"/>
              <a:t> </a:t>
            </a:r>
            <a:r>
              <a:rPr lang="en-US" altLang="ko-KR" dirty="0" err="1"/>
              <a:t>billing_history</a:t>
            </a:r>
            <a:r>
              <a:rPr lang="en-US" altLang="ko-KR" dirty="0"/>
              <a:t> </a:t>
            </a:r>
            <a:r>
              <a:rPr lang="ko-KR" altLang="en-US" dirty="0"/>
              <a:t>테이블에 기록됐는지 확인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9" y="1309617"/>
            <a:ext cx="6233615" cy="31478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99592" y="5301208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납부 확인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버튼 </a:t>
            </a:r>
            <a:r>
              <a:rPr lang="ko-KR" altLang="en-US" dirty="0" err="1" smtClean="0">
                <a:solidFill>
                  <a:schemeClr val="tx1"/>
                </a:solidFill>
              </a:rPr>
              <a:t>반응없음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95536" y="4694656"/>
            <a:ext cx="340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100C2"/>
                </a:solidFill>
              </a:rPr>
              <a:t>SELECT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14181F"/>
                </a:solidFill>
              </a:rPr>
              <a:t>*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8100C2"/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billing_history</a:t>
            </a:r>
            <a:r>
              <a:rPr lang="en-US" altLang="ko-KR" dirty="0">
                <a:solidFill>
                  <a:srgbClr val="2B303B"/>
                </a:solidFill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96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791024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332656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8. </a:t>
            </a:r>
            <a:r>
              <a:rPr lang="ko-KR" altLang="en-US" dirty="0"/>
              <a:t>사이트 배포**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platform →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사이트 관리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탭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testcafe</a:t>
            </a:r>
            <a:r>
              <a:rPr lang="en-US" altLang="ko-KR" dirty="0" smtClean="0"/>
              <a:t> </a:t>
            </a:r>
            <a:r>
              <a:rPr lang="ko-KR" altLang="en-US" dirty="0"/>
              <a:t>사이트 상태 </a:t>
            </a:r>
            <a:r>
              <a:rPr lang="en-US" altLang="ko-KR" dirty="0">
                <a:solidFill>
                  <a:srgbClr val="008000"/>
                </a:solidFill>
              </a:rPr>
              <a:t>"draft"</a:t>
            </a:r>
            <a:r>
              <a:rPr lang="ko-KR" altLang="en-US" dirty="0"/>
              <a:t>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배포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버튼 클릭 → 상태 </a:t>
            </a:r>
            <a:r>
              <a:rPr lang="en-US" altLang="ko-KR" dirty="0">
                <a:solidFill>
                  <a:srgbClr val="008000"/>
                </a:solidFill>
              </a:rPr>
              <a:t>"published"</a:t>
            </a:r>
            <a:r>
              <a:rPr lang="ko-KR" altLang="en-US" dirty="0"/>
              <a:t>로 변경 확인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88840"/>
            <a:ext cx="8305973" cy="127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1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8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80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87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2026-03-18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5328592" cy="48891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727685"/>
            <a:ext cx="5418290" cy="8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4976291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5204911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1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6840760" cy="59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9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829805" cy="11659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8" y="1916832"/>
            <a:ext cx="4298052" cy="39322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135" y="1817763"/>
            <a:ext cx="3482642" cy="41303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12" y="2708920"/>
            <a:ext cx="3482642" cy="26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36712"/>
            <a:ext cx="4648603" cy="598221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528" y="188640"/>
            <a:ext cx="72008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결론 </a:t>
            </a:r>
            <a:r>
              <a:rPr lang="en-US" altLang="ko-KR" dirty="0"/>
              <a:t>: "</a:t>
            </a:r>
            <a:r>
              <a:rPr lang="ko-KR" altLang="en-US" dirty="0" err="1"/>
              <a:t>판매자는</a:t>
            </a:r>
            <a:r>
              <a:rPr lang="ko-KR" altLang="en-US" dirty="0"/>
              <a:t> 수익 파트너</a:t>
            </a:r>
            <a:r>
              <a:rPr lang="en-US" altLang="ko-KR" dirty="0"/>
              <a:t>, </a:t>
            </a:r>
            <a:r>
              <a:rPr lang="ko-KR" altLang="en-US" dirty="0"/>
              <a:t>플랫폼은 인프라 </a:t>
            </a:r>
            <a:r>
              <a:rPr lang="en-US" altLang="ko-KR" dirty="0"/>
              <a:t>+ </a:t>
            </a:r>
            <a:r>
              <a:rPr lang="ko-KR" altLang="en-US" dirty="0"/>
              <a:t>안전망</a:t>
            </a:r>
            <a:r>
              <a:rPr lang="en-US" altLang="ko-KR" dirty="0"/>
              <a:t>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59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7399383" cy="38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5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88640"/>
            <a:ext cx="6728018" cy="423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0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0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74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928322" cy="309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683568" y="2060848"/>
            <a:ext cx="252028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Pw:</a:t>
            </a:r>
            <a:r>
              <a:rPr lang="ko-KR" altLang="en-US" dirty="0" smtClean="0"/>
              <a:t>안녕하세요</a:t>
            </a:r>
            <a:endParaRPr lang="en-US" altLang="ko-KR" dirty="0" smtClean="0"/>
          </a:p>
          <a:p>
            <a:pPr algn="ctr"/>
            <a:r>
              <a:rPr lang="en-US" altLang="ko-KR" dirty="0" err="1" smtClean="0"/>
              <a:t>dkssudgktpdy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26064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2026-03-17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96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1124744"/>
            <a:ext cx="799949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hlinkClick r:id="rId2"/>
              </a:rPr>
              <a:t>https://pavvmktfbkpdtaayvplf.supabase.co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sb_publishable_Cu1YqzXXPGHQQZKbFMLPxg_WsM4G3C5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postgresql://postgres:[YOUR-PASSWORD]@db.pavvmktfbkpdtaayvplf.supabase.co:5432/postgres</a:t>
            </a:r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3141464" cy="3106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83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336550"/>
            <a:ext cx="5988050" cy="618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96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</TotalTime>
  <Words>517</Words>
  <Application>Microsoft Office PowerPoint</Application>
  <PresentationFormat>화면 슬라이드 쇼(4:3)</PresentationFormat>
  <Paragraphs>135</Paragraphs>
  <Slides>68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2" baseType="lpstr">
      <vt:lpstr>맑은 고딕</vt:lpstr>
      <vt:lpstr>Arial</vt:lpstr>
      <vt:lpstr>Consolas</vt:lpstr>
      <vt:lpstr>Office 테마</vt:lpstr>
      <vt:lpstr>My-plaform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My-plaform</dc:title>
  <dc:creator>SeungHyeon Nam</dc:creator>
  <cp:lastModifiedBy>남승현(shnam)</cp:lastModifiedBy>
  <cp:revision>40</cp:revision>
  <dcterms:created xsi:type="dcterms:W3CDTF">2026-03-17T12:34:00Z</dcterms:created>
  <dcterms:modified xsi:type="dcterms:W3CDTF">2026-04-02T23:28:46Z</dcterms:modified>
</cp:coreProperties>
</file>