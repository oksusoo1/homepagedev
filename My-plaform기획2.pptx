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91" r:id="rId3"/>
    <p:sldId id="292" r:id="rId4"/>
    <p:sldId id="284" r:id="rId5"/>
    <p:sldId id="285" r:id="rId6"/>
    <p:sldId id="286" r:id="rId7"/>
    <p:sldId id="287" r:id="rId8"/>
    <p:sldId id="288" r:id="rId9"/>
    <p:sldId id="289" r:id="rId10"/>
    <p:sldId id="290" r:id="rId11"/>
    <p:sldId id="275" r:id="rId12"/>
    <p:sldId id="278" r:id="rId13"/>
    <p:sldId id="279" r:id="rId14"/>
    <p:sldId id="280" r:id="rId15"/>
    <p:sldId id="281" r:id="rId16"/>
    <p:sldId id="282" r:id="rId17"/>
    <p:sldId id="283" r:id="rId18"/>
    <p:sldId id="270" r:id="rId19"/>
    <p:sldId id="271" r:id="rId20"/>
    <p:sldId id="272" r:id="rId21"/>
    <p:sldId id="273" r:id="rId22"/>
    <p:sldId id="274" r:id="rId23"/>
    <p:sldId id="276" r:id="rId24"/>
    <p:sldId id="277" r:id="rId25"/>
    <p:sldId id="269" r:id="rId26"/>
    <p:sldId id="268" r:id="rId27"/>
    <p:sldId id="261" r:id="rId28"/>
    <p:sldId id="257" r:id="rId29"/>
    <p:sldId id="258" r:id="rId30"/>
    <p:sldId id="262" r:id="rId31"/>
    <p:sldId id="259" r:id="rId32"/>
    <p:sldId id="267" r:id="rId33"/>
    <p:sldId id="263" r:id="rId34"/>
    <p:sldId id="260" r:id="rId35"/>
    <p:sldId id="264" r:id="rId36"/>
    <p:sldId id="265" r:id="rId37"/>
    <p:sldId id="266" r:id="rId38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82" d="100"/>
          <a:sy n="82" d="100"/>
        </p:scale>
        <p:origin x="352" y="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A327A70-99B0-4C6B-97CA-130B17C8EC7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721E1-0787-45D0-ABD5-65A323428C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489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DF721E1-0787-45D0-ABD5-65A323428C8A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4470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1315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3828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00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8953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30956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68846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1541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30919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80868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5788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25951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2AB49B-C0AE-447B-876C-1A453E2B644F}" type="datetimeFigureOut">
              <a:rPr lang="ko-KR" altLang="en-US" smtClean="0"/>
              <a:t>2026-09-07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530B1B-01C2-4D9D-8E4B-836A530B521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48303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Relationship Id="rId4" Type="http://schemas.openxmlformats.org/officeDocument/2006/relationships/hyperlink" Target="mailto:admin@myplatform.com" TargetMode="Externa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://spboxwin.iptime.org:3000/my/magok" TargetMode="External"/><Relationship Id="rId2" Type="http://schemas.openxmlformats.org/officeDocument/2006/relationships/hyperlink" Target="http://spboxwin.iptime.org:3000/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://spboxwin.iptime.org:3000/platform" TargetMode="Externa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mailto:test@test.com" TargetMode="External"/><Relationship Id="rId2" Type="http://schemas.openxmlformats.org/officeDocument/2006/relationships/hyperlink" Target="mailto:test2@test.com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smtClean="0"/>
              <a:t>My-</a:t>
            </a:r>
            <a:r>
              <a:rPr lang="en-US" altLang="ko-KR" dirty="0" err="1" smtClean="0"/>
              <a:t>plaform</a:t>
            </a:r>
            <a:r>
              <a:rPr lang="ko-KR" altLang="en-US" dirty="0" smtClean="0"/>
              <a:t>기획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260648"/>
            <a:ext cx="576064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다음 </a:t>
            </a:r>
            <a:r>
              <a:rPr lang="en-US" altLang="ko-KR" sz="1400" dirty="0" smtClean="0"/>
              <a:t>to do </a:t>
            </a:r>
          </a:p>
          <a:p>
            <a:endParaRPr lang="en-US" altLang="ko-KR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400" dirty="0" smtClean="0"/>
              <a:t>Trial </a:t>
            </a:r>
            <a:r>
              <a:rPr lang="ko-KR" altLang="en-US" sz="1400" dirty="0" smtClean="0"/>
              <a:t>또는 공개된 사이트에서 사용자가 문의 </a:t>
            </a:r>
            <a:r>
              <a:rPr lang="ko-KR" altLang="en-US" sz="1400" dirty="0" err="1" smtClean="0"/>
              <a:t>남겨보기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구성도 시장 조사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400" dirty="0" smtClean="0"/>
              <a:t>사이트 템플릿 기능 고도화</a:t>
            </a:r>
            <a:r>
              <a:rPr lang="en-US" altLang="ko-KR" sz="1400" dirty="0" smtClean="0"/>
              <a:t>. Ex) </a:t>
            </a:r>
            <a:r>
              <a:rPr lang="ko-KR" altLang="en-US" sz="1400" dirty="0" err="1" smtClean="0"/>
              <a:t>상위메뉴</a:t>
            </a:r>
            <a:r>
              <a:rPr lang="en-US" altLang="ko-KR" sz="1400" dirty="0" smtClean="0"/>
              <a:t>, left</a:t>
            </a:r>
            <a:r>
              <a:rPr lang="ko-KR" altLang="en-US" sz="1400" dirty="0" smtClean="0"/>
              <a:t>메뉴 </a:t>
            </a:r>
            <a:r>
              <a:rPr lang="ko-KR" altLang="en-US" sz="1400" dirty="0" err="1" smtClean="0"/>
              <a:t>노코드</a:t>
            </a:r>
            <a:r>
              <a:rPr lang="ko-KR" altLang="en-US" sz="1400" dirty="0" smtClean="0"/>
              <a:t> 구성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카드 </a:t>
            </a:r>
            <a:r>
              <a:rPr lang="ko-KR" altLang="en-US" sz="1400" dirty="0" err="1" smtClean="0"/>
              <a:t>구성리스트</a:t>
            </a:r>
            <a:r>
              <a:rPr lang="ko-KR" altLang="en-US" sz="1400" dirty="0" smtClean="0"/>
              <a:t> 컨텐츠</a:t>
            </a:r>
            <a:r>
              <a:rPr lang="en-US" altLang="ko-KR" sz="1400" dirty="0" smtClean="0"/>
              <a:t>, </a:t>
            </a:r>
            <a:r>
              <a:rPr lang="ko-KR" altLang="en-US" sz="1400" dirty="0" smtClean="0"/>
              <a:t>등등 </a:t>
            </a: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sz="1400" dirty="0"/>
          </a:p>
        </p:txBody>
      </p:sp>
      <p:sp>
        <p:nvSpPr>
          <p:cNvPr id="3" name="직사각형 2"/>
          <p:cNvSpPr/>
          <p:nvPr/>
        </p:nvSpPr>
        <p:spPr>
          <a:xfrm>
            <a:off x="755576" y="2076530"/>
            <a:ext cx="2520280" cy="77640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쇼핑몰 사이트 </a:t>
            </a:r>
            <a:r>
              <a:rPr lang="ko-KR" altLang="en-US" sz="1200" dirty="0" err="1" smtClean="0"/>
              <a:t>분석부분</a:t>
            </a:r>
            <a:endParaRPr lang="en-US" altLang="ko-KR" sz="1200" dirty="0" smtClean="0"/>
          </a:p>
          <a:p>
            <a:pPr algn="ctr"/>
            <a:r>
              <a:rPr lang="ko-KR" altLang="en-US" sz="1200" dirty="0" smtClean="0"/>
              <a:t>회원가입부분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자체</a:t>
            </a:r>
            <a:r>
              <a:rPr lang="en-US" altLang="ko-KR" sz="1200" dirty="0" smtClean="0"/>
              <a:t>,</a:t>
            </a:r>
            <a:r>
              <a:rPr lang="en-US" altLang="ko-KR" sz="1200" dirty="0" err="1" smtClean="0"/>
              <a:t>sns</a:t>
            </a:r>
            <a:r>
              <a:rPr lang="ko-KR" altLang="en-US" sz="1200" dirty="0" smtClean="0"/>
              <a:t>연계</a:t>
            </a:r>
            <a:r>
              <a:rPr lang="en-US" altLang="ko-KR" sz="1200" dirty="0" smtClean="0"/>
              <a:t>)</a:t>
            </a:r>
          </a:p>
          <a:p>
            <a:pPr algn="ctr"/>
            <a:r>
              <a:rPr lang="ko-KR" altLang="en-US" sz="1200" dirty="0" err="1" smtClean="0"/>
              <a:t>비로그인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구매시</a:t>
            </a:r>
            <a:r>
              <a:rPr lang="ko-KR" altLang="en-US" sz="1200" dirty="0" smtClean="0"/>
              <a:t> 작동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2308214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002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51520" y="260648"/>
            <a:ext cx="28083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20260907 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graphicFrame>
        <p:nvGraphicFramePr>
          <p:cNvPr id="4" name="표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3854942"/>
              </p:ext>
            </p:extLst>
          </p:nvPr>
        </p:nvGraphicFramePr>
        <p:xfrm>
          <a:off x="827584" y="980728"/>
          <a:ext cx="6264696" cy="439420"/>
        </p:xfrm>
        <a:graphic>
          <a:graphicData uri="http://schemas.openxmlformats.org/drawingml/2006/table">
            <a:tbl>
              <a:tblPr/>
              <a:tblGrid>
                <a:gridCol w="3132348">
                  <a:extLst>
                    <a:ext uri="{9D8B030D-6E8A-4147-A177-3AD203B41FA5}">
                      <a16:colId xmlns:a16="http://schemas.microsoft.com/office/drawing/2014/main" val="4006302840"/>
                    </a:ext>
                  </a:extLst>
                </a:gridCol>
                <a:gridCol w="3132348">
                  <a:extLst>
                    <a:ext uri="{9D8B030D-6E8A-4147-A177-3AD203B41FA5}">
                      <a16:colId xmlns:a16="http://schemas.microsoft.com/office/drawing/2014/main" val="93293069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fontAlgn="ctr"/>
                      <a:r>
                        <a:rPr lang="ko-KR" altLang="en-US" dirty="0" smtClean="0">
                          <a:solidFill>
                            <a:schemeClr val="bg1"/>
                          </a:solidFill>
                          <a:effectLst/>
                        </a:rPr>
                        <a:t>테스트</a:t>
                      </a:r>
                      <a:r>
                        <a:rPr lang="en-US" altLang="ko-KR" dirty="0" smtClean="0">
                          <a:solidFill>
                            <a:schemeClr val="bg1"/>
                          </a:solidFill>
                          <a:effectLst/>
                        </a:rPr>
                        <a:t>2 : </a:t>
                      </a:r>
                      <a:r>
                        <a:rPr lang="ko-KR" altLang="en-US" dirty="0" err="1" smtClean="0">
                          <a:solidFill>
                            <a:schemeClr val="bg1"/>
                          </a:solidFill>
                          <a:effectLst/>
                        </a:rPr>
                        <a:t>마곡병원</a:t>
                      </a:r>
                      <a:endParaRPr lang="ko-KR" altLang="en-US" dirty="0">
                        <a:solidFill>
                          <a:schemeClr val="bg1"/>
                        </a:solidFill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028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fontAlgn="ctr"/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  <a:hlinkClick r:id="rId2"/>
                        </a:rPr>
                        <a:t>test2@test.com</a:t>
                      </a:r>
                      <a:r>
                        <a:rPr lang="en-US" dirty="0" smtClean="0">
                          <a:solidFill>
                            <a:srgbClr val="94A3B8"/>
                          </a:solidFill>
                          <a:effectLst/>
                        </a:rPr>
                        <a:t> / test123</a:t>
                      </a:r>
                      <a:endParaRPr lang="en-US" dirty="0">
                        <a:effectLst/>
                      </a:endParaRPr>
                    </a:p>
                  </a:txBody>
                  <a:tcPr marL="88900" marR="88900" marT="82550" marB="82550" anchor="ctr">
                    <a:lnL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40300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5473338"/>
                  </a:ext>
                </a:extLst>
              </a:tr>
            </a:tbl>
          </a:graphicData>
        </a:graphic>
      </p:graphicFrame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84" y="1484784"/>
            <a:ext cx="3587934" cy="1149409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4499992" y="1916832"/>
            <a:ext cx="36004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고객이 구독등록하고 서비스 시작한다</a:t>
            </a:r>
            <a:r>
              <a:rPr lang="en-US" altLang="ko-KR" sz="1400" dirty="0" smtClean="0"/>
              <a:t>. </a:t>
            </a:r>
          </a:p>
          <a:p>
            <a:pPr algn="ctr"/>
            <a:r>
              <a:rPr lang="ko-KR" altLang="en-US" sz="1400" dirty="0" err="1" smtClean="0"/>
              <a:t>결재수단등록하고</a:t>
            </a:r>
            <a:r>
              <a:rPr lang="ko-KR" altLang="en-US" sz="1400" dirty="0" smtClean="0"/>
              <a:t> 서비스 시작해도 </a:t>
            </a:r>
            <a:r>
              <a:rPr lang="en-US" altLang="ko-KR" sz="1400" dirty="0" smtClean="0"/>
              <a:t>14</a:t>
            </a:r>
            <a:r>
              <a:rPr lang="ko-KR" altLang="en-US" sz="1400" dirty="0" smtClean="0"/>
              <a:t>일이후에 실제 결제된다</a:t>
            </a:r>
            <a:r>
              <a:rPr lang="en-US" altLang="ko-KR" sz="1400" dirty="0" smtClean="0"/>
              <a:t>. </a:t>
            </a:r>
            <a:endParaRPr lang="ko-KR" altLang="en-US" sz="1400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0977" y="3421628"/>
            <a:ext cx="3971118" cy="2740675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508104" y="4509120"/>
            <a:ext cx="1872208" cy="93610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서비스시작전에는 </a:t>
            </a:r>
            <a:r>
              <a:rPr lang="ko-KR" altLang="en-US" sz="1200" dirty="0" err="1" smtClean="0"/>
              <a:t>본사직원과</a:t>
            </a:r>
            <a:r>
              <a:rPr lang="ko-KR" altLang="en-US" sz="1200" dirty="0" smtClean="0"/>
              <a:t> 회원만 </a:t>
            </a:r>
            <a:r>
              <a:rPr lang="ko-KR" altLang="en-US" sz="1200" dirty="0" err="1" smtClean="0"/>
              <a:t>열려있음</a:t>
            </a:r>
            <a:r>
              <a:rPr lang="en-US" altLang="ko-KR" sz="1200" dirty="0" smtClean="0"/>
              <a:t>. </a:t>
            </a:r>
          </a:p>
          <a:p>
            <a:pPr algn="ctr"/>
            <a:r>
              <a:rPr lang="ko-KR" altLang="en-US" sz="1200" dirty="0" smtClean="0"/>
              <a:t>공개되지 않음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084168" y="5589240"/>
            <a:ext cx="2160240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여기에 표시가 없다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본인만 나오고 잇는건지 어쩐지</a:t>
            </a:r>
            <a:r>
              <a:rPr lang="en-US" altLang="ko-KR" sz="1200" dirty="0" smtClean="0"/>
              <a:t>…</a:t>
            </a:r>
            <a:r>
              <a:rPr lang="ko-KR" altLang="en-US" sz="1200" dirty="0" smtClean="0"/>
              <a:t>도장모양으로 사이트에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미공개</a:t>
            </a:r>
            <a:r>
              <a:rPr lang="en-US" altLang="ko-KR" sz="1200" dirty="0" smtClean="0"/>
              <a:t>” </a:t>
            </a:r>
            <a:r>
              <a:rPr lang="ko-KR" altLang="en-US" sz="1200" dirty="0" smtClean="0"/>
              <a:t>표시가 </a:t>
            </a:r>
            <a:r>
              <a:rPr lang="ko-KR" altLang="en-US" sz="1200" dirty="0" err="1" smtClean="0"/>
              <a:t>됬으면좋겠음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8190227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467544" y="404664"/>
            <a:ext cx="2160240" cy="7920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리뷰단계에서 미공개 </a:t>
            </a:r>
            <a:r>
              <a:rPr lang="ko-KR" altLang="en-US" sz="1200" dirty="0" err="1" smtClean="0"/>
              <a:t>리본표시</a:t>
            </a:r>
            <a:r>
              <a:rPr lang="ko-KR" altLang="en-US" sz="1200" dirty="0" smtClean="0"/>
              <a:t> 로 수정</a:t>
            </a:r>
            <a:endParaRPr lang="ko-KR" altLang="en-US" sz="12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628800"/>
            <a:ext cx="7671542" cy="4988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0094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412776"/>
            <a:ext cx="4935238" cy="320889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7544" y="188640"/>
            <a:ext cx="37444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 구조 점검</a:t>
            </a:r>
            <a:endParaRPr lang="en-US" altLang="ko-KR" sz="1200" dirty="0" smtClean="0"/>
          </a:p>
          <a:p>
            <a:r>
              <a:rPr lang="ko-KR" altLang="en-US" sz="1200" dirty="0" smtClean="0"/>
              <a:t>홈과 게시판 </a:t>
            </a:r>
            <a:r>
              <a:rPr lang="ko-KR" altLang="en-US" sz="1200" dirty="0" err="1" smtClean="0"/>
              <a:t>버늩의</a:t>
            </a:r>
            <a:r>
              <a:rPr lang="ko-KR" altLang="en-US" sz="1200" dirty="0" smtClean="0"/>
              <a:t> 경우 사이트의 기능</a:t>
            </a:r>
            <a:endParaRPr lang="en-US" altLang="ko-KR" sz="1200" dirty="0" smtClean="0"/>
          </a:p>
          <a:p>
            <a:r>
              <a:rPr lang="ko-KR" altLang="en-US" sz="1200" dirty="0" err="1" smtClean="0"/>
              <a:t>문의버튼은</a:t>
            </a:r>
            <a:r>
              <a:rPr lang="ko-KR" altLang="en-US" sz="1200" dirty="0" smtClean="0"/>
              <a:t> 사이트관리자의 기능 </a:t>
            </a:r>
            <a:r>
              <a:rPr lang="en-US" altLang="ko-KR" sz="1200" dirty="0" smtClean="0"/>
              <a:t>&gt;&gt; </a:t>
            </a:r>
            <a:r>
              <a:rPr lang="ko-KR" altLang="en-US" sz="1200" dirty="0" smtClean="0"/>
              <a:t>이상하다</a:t>
            </a:r>
            <a:r>
              <a:rPr lang="en-US" altLang="ko-KR" sz="1200" dirty="0" smtClean="0"/>
              <a:t>. </a:t>
            </a:r>
            <a:r>
              <a:rPr lang="ko-KR" altLang="en-US" sz="1200" dirty="0" smtClean="0"/>
              <a:t>사이트의 </a:t>
            </a:r>
            <a:r>
              <a:rPr lang="ko-KR" altLang="en-US" sz="1200" dirty="0" err="1" smtClean="0"/>
              <a:t>기능이여야한다</a:t>
            </a:r>
            <a:r>
              <a:rPr lang="en-US" altLang="ko-KR" sz="1200" dirty="0" smtClean="0"/>
              <a:t>. </a:t>
            </a:r>
            <a:endParaRPr lang="ko-KR" altLang="en-US" sz="1200" dirty="0"/>
          </a:p>
        </p:txBody>
      </p:sp>
      <p:sp>
        <p:nvSpPr>
          <p:cNvPr id="4" name="직사각형 3"/>
          <p:cNvSpPr/>
          <p:nvPr/>
        </p:nvSpPr>
        <p:spPr>
          <a:xfrm>
            <a:off x="7524328" y="1124744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방문자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7524328" y="2708920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사이트주인</a:t>
            </a:r>
            <a:endParaRPr lang="en-US" altLang="ko-KR" sz="1400" dirty="0" smtClean="0"/>
          </a:p>
          <a:p>
            <a:pPr algn="ctr"/>
            <a:r>
              <a:rPr lang="en-US" altLang="ko-KR" sz="1400" dirty="0" smtClean="0"/>
              <a:t>(</a:t>
            </a:r>
            <a:r>
              <a:rPr lang="ko-KR" altLang="en-US" sz="1400" dirty="0" smtClean="0"/>
              <a:t>관리자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6" name="직사각형 5"/>
          <p:cNvSpPr/>
          <p:nvPr/>
        </p:nvSpPr>
        <p:spPr>
          <a:xfrm>
            <a:off x="7524328" y="4221088"/>
            <a:ext cx="151216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본사 직원</a:t>
            </a:r>
            <a:endParaRPr lang="ko-KR" altLang="en-US" sz="1400" dirty="0"/>
          </a:p>
        </p:txBody>
      </p:sp>
      <p:sp>
        <p:nvSpPr>
          <p:cNvPr id="7" name="직사각형 6"/>
          <p:cNvSpPr/>
          <p:nvPr/>
        </p:nvSpPr>
        <p:spPr>
          <a:xfrm>
            <a:off x="6134373" y="767609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smtClean="0"/>
              <a:t>홈</a:t>
            </a:r>
            <a:endParaRPr lang="ko-KR" altLang="en-US" sz="1200"/>
          </a:p>
        </p:txBody>
      </p:sp>
      <p:sp>
        <p:nvSpPr>
          <p:cNvPr id="8" name="직사각형 7"/>
          <p:cNvSpPr/>
          <p:nvPr/>
        </p:nvSpPr>
        <p:spPr>
          <a:xfrm>
            <a:off x="6134373" y="1523693"/>
            <a:ext cx="648072" cy="5040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게시판</a:t>
            </a:r>
            <a:endParaRPr lang="ko-KR" altLang="en-US" sz="1200" dirty="0"/>
          </a:p>
        </p:txBody>
      </p:sp>
      <p:sp>
        <p:nvSpPr>
          <p:cNvPr id="9" name="직사각형 8"/>
          <p:cNvSpPr/>
          <p:nvPr/>
        </p:nvSpPr>
        <p:spPr>
          <a:xfrm>
            <a:off x="6134373" y="3284984"/>
            <a:ext cx="648072" cy="504056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문의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4180930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04664"/>
            <a:ext cx="48245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테이블명</a:t>
            </a:r>
            <a:r>
              <a:rPr lang="ko-KR" altLang="en-US" sz="1400" dirty="0" smtClean="0"/>
              <a:t> 사상 점검</a:t>
            </a:r>
            <a:endParaRPr lang="en-US" altLang="ko-KR" sz="1400" dirty="0" smtClean="0"/>
          </a:p>
          <a:p>
            <a:r>
              <a:rPr lang="ko-KR" altLang="en-US" sz="1400" dirty="0" smtClean="0"/>
              <a:t>사용주최기준으로 명칭 변경필요검토</a:t>
            </a:r>
            <a:endParaRPr lang="ko-KR" altLang="en-US" sz="1400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520" y="1196752"/>
            <a:ext cx="4159113" cy="338437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8833" y="2564904"/>
            <a:ext cx="5598716" cy="3899352"/>
          </a:xfrm>
          <a:prstGeom prst="rect">
            <a:avLst/>
          </a:prstGeom>
        </p:spPr>
      </p:pic>
      <p:sp>
        <p:nvSpPr>
          <p:cNvPr id="5" name="사각형 설명선 4"/>
          <p:cNvSpPr/>
          <p:nvPr/>
        </p:nvSpPr>
        <p:spPr>
          <a:xfrm>
            <a:off x="6444208" y="1628800"/>
            <a:ext cx="1728192" cy="864096"/>
          </a:xfrm>
          <a:prstGeom prst="wedgeRectCallou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플랫폼기준으로 선정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64527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04664"/>
            <a:ext cx="2736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사이트 배포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37" y="692696"/>
            <a:ext cx="2720555" cy="1960225"/>
          </a:xfrm>
          <a:prstGeom prst="rect">
            <a:avLst/>
          </a:prstGeom>
        </p:spPr>
      </p:pic>
      <p:sp>
        <p:nvSpPr>
          <p:cNvPr id="4" name="직사각형 3"/>
          <p:cNvSpPr/>
          <p:nvPr/>
        </p:nvSpPr>
        <p:spPr>
          <a:xfrm>
            <a:off x="3059832" y="980728"/>
            <a:ext cx="3816424" cy="167219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err="1" smtClean="0"/>
              <a:t>카드등록해두면</a:t>
            </a:r>
            <a:r>
              <a:rPr lang="ko-KR" altLang="en-US" sz="1200" dirty="0" smtClean="0"/>
              <a:t> 배포되고 </a:t>
            </a:r>
            <a:r>
              <a:rPr lang="en-US" altLang="ko-KR" sz="1200" dirty="0" smtClean="0"/>
              <a:t>&gt; trial</a:t>
            </a:r>
            <a:r>
              <a:rPr lang="ko-KR" altLang="en-US" sz="1200" dirty="0" smtClean="0"/>
              <a:t>기간 들어가고 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</a:t>
            </a:r>
            <a:r>
              <a:rPr lang="en-US" altLang="ko-KR" sz="1200" dirty="0" smtClean="0"/>
              <a:t>) </a:t>
            </a:r>
            <a:r>
              <a:rPr lang="ko-KR" altLang="en-US" sz="1200" dirty="0" smtClean="0"/>
              <a:t>이후에는 </a:t>
            </a:r>
            <a:r>
              <a:rPr lang="ko-KR" altLang="en-US" sz="1200" dirty="0" err="1" smtClean="0"/>
              <a:t>자동결재되는건가</a:t>
            </a:r>
            <a:r>
              <a:rPr lang="en-US" altLang="ko-KR" sz="1200" dirty="0" smtClean="0"/>
              <a:t>?</a:t>
            </a:r>
            <a:endParaRPr lang="ko-KR" altLang="en-US" sz="12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600" y="3933056"/>
            <a:ext cx="5567107" cy="2543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3127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39552" y="404664"/>
            <a:ext cx="244827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 smtClean="0"/>
              <a:t>공통코드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디비</a:t>
            </a:r>
            <a:r>
              <a:rPr lang="ko-KR" altLang="en-US" sz="1400" dirty="0" smtClean="0"/>
              <a:t> 구조 적용 완료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1406571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365791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332656"/>
            <a:ext cx="2304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정지된 사이트 점검</a:t>
            </a:r>
            <a:endParaRPr lang="ko-KR" alt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539552" y="1196752"/>
            <a:ext cx="194421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사이트와 구독 테이블 확인해보자</a:t>
            </a:r>
            <a:endParaRPr lang="ko-KR" altLang="en-US" sz="1200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7904" y="538139"/>
            <a:ext cx="4425059" cy="309249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592" y="3831189"/>
            <a:ext cx="8063898" cy="58841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562" y="2791913"/>
            <a:ext cx="3076149" cy="716511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530" y="1839112"/>
            <a:ext cx="3261345" cy="628137"/>
          </a:xfrm>
          <a:prstGeom prst="rect">
            <a:avLst/>
          </a:prstGeom>
        </p:spPr>
      </p:pic>
      <p:sp>
        <p:nvSpPr>
          <p:cNvPr id="8" name="직사각형 7"/>
          <p:cNvSpPr/>
          <p:nvPr/>
        </p:nvSpPr>
        <p:spPr>
          <a:xfrm>
            <a:off x="539551" y="5085184"/>
            <a:ext cx="3307323" cy="72008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본사의뢰</a:t>
            </a:r>
            <a:r>
              <a:rPr lang="ko-KR" altLang="en-US" dirty="0" smtClean="0"/>
              <a:t> </a:t>
            </a:r>
            <a:r>
              <a:rPr lang="en-US" altLang="ko-KR" dirty="0" smtClean="0"/>
              <a:t>, </a:t>
            </a:r>
            <a:r>
              <a:rPr lang="ko-KR" altLang="en-US" dirty="0" err="1" smtClean="0"/>
              <a:t>제작중</a:t>
            </a:r>
            <a:r>
              <a:rPr lang="en-US" altLang="ko-KR" dirty="0" smtClean="0"/>
              <a:t>, </a:t>
            </a:r>
            <a:r>
              <a:rPr lang="ko-KR" altLang="en-US" dirty="0" smtClean="0"/>
              <a:t>잔금 미납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7430708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1340768"/>
            <a:ext cx="5692282" cy="4128081"/>
          </a:xfrm>
          <a:prstGeom prst="rect">
            <a:avLst/>
          </a:prstGeom>
        </p:spPr>
      </p:pic>
      <p:sp>
        <p:nvSpPr>
          <p:cNvPr id="3" name="직사각형 2"/>
          <p:cNvSpPr/>
          <p:nvPr/>
        </p:nvSpPr>
        <p:spPr>
          <a:xfrm>
            <a:off x="395536" y="188640"/>
            <a:ext cx="3024336" cy="8640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근데 사이트운영중</a:t>
            </a:r>
            <a:r>
              <a:rPr lang="en-US" altLang="ko-KR" dirty="0" smtClean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3419584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295277"/>
            <a:ext cx="4608512" cy="103614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386" y="1358229"/>
            <a:ext cx="3772094" cy="990651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560" y="2492896"/>
            <a:ext cx="7753748" cy="4210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9290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620688"/>
            <a:ext cx="7487035" cy="3200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8295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60" y="1772816"/>
            <a:ext cx="3974401" cy="3482801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39552" y="404664"/>
            <a:ext cx="31683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 smtClean="0"/>
              <a:t>검수중인데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사이트나오네</a:t>
            </a:r>
            <a:endParaRPr lang="ko-KR" altLang="en-US" dirty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8064" y="1772816"/>
            <a:ext cx="3778489" cy="303014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34925" y="5085184"/>
            <a:ext cx="5524784" cy="196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06969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67544" y="476672"/>
            <a:ext cx="3600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계좌이체고객</a:t>
            </a:r>
            <a:r>
              <a:rPr lang="en-US" altLang="ko-KR" sz="1400" dirty="0" smtClean="0"/>
              <a:t>case : </a:t>
            </a:r>
            <a:r>
              <a:rPr lang="ko-KR" altLang="en-US" sz="1400" dirty="0" smtClean="0"/>
              <a:t>고객이 잔금을 이체한다</a:t>
            </a:r>
            <a:r>
              <a:rPr lang="en-US" altLang="ko-KR" sz="1400" dirty="0" smtClean="0"/>
              <a:t>. &gt; </a:t>
            </a:r>
            <a:r>
              <a:rPr lang="ko-KR" altLang="en-US" sz="1400" dirty="0" smtClean="0"/>
              <a:t>어떻게</a:t>
            </a:r>
            <a:r>
              <a:rPr lang="en-US" altLang="ko-KR" sz="1400" dirty="0" smtClean="0"/>
              <a:t>?  &gt; 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9753101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271916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5536" y="476672"/>
            <a:ext cx="3600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20260901 flow</a:t>
            </a:r>
            <a:r>
              <a:rPr lang="ko-KR" altLang="en-US" dirty="0" smtClean="0"/>
              <a:t>점검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124744"/>
            <a:ext cx="8298973" cy="57288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46221" y="2195622"/>
            <a:ext cx="37444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배포되고있음</a:t>
            </a:r>
            <a:r>
              <a:rPr lang="en-US" altLang="ko-KR" dirty="0" smtClean="0"/>
              <a:t>. </a:t>
            </a:r>
            <a:r>
              <a:rPr lang="ko-KR" altLang="en-US" dirty="0" err="1" smtClean="0"/>
              <a:t>돈냈나</a:t>
            </a:r>
            <a:r>
              <a:rPr lang="en-US" altLang="ko-KR" dirty="0" smtClean="0"/>
              <a:t>? </a:t>
            </a:r>
          </a:p>
          <a:p>
            <a:r>
              <a:rPr lang="ko-KR" altLang="en-US" dirty="0" err="1" smtClean="0"/>
              <a:t>운영중</a:t>
            </a:r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3138807"/>
            <a:ext cx="4877511" cy="189787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3728" y="2636912"/>
            <a:ext cx="5544616" cy="351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81096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-1548680" y="1196752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1: </a:t>
            </a:r>
            <a:r>
              <a:rPr lang="ko-KR" altLang="en-US" dirty="0" err="1" smtClean="0"/>
              <a:t>직접개발</a:t>
            </a:r>
            <a:r>
              <a:rPr lang="ko-KR" altLang="en-US" dirty="0" smtClean="0"/>
              <a:t> 배포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2339752" y="620688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결제수단 선택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카드</a:t>
            </a:r>
            <a:r>
              <a:rPr lang="en-US" altLang="ko-KR" sz="1200" dirty="0" smtClean="0"/>
              <a:t> or</a:t>
            </a:r>
            <a:r>
              <a:rPr lang="ko-KR" altLang="en-US" sz="1200" dirty="0" smtClean="0"/>
              <a:t> 이체 선택</a:t>
            </a:r>
            <a:r>
              <a:rPr lang="en-US" altLang="ko-KR" sz="1200" dirty="0" smtClean="0"/>
              <a:t>) &gt; </a:t>
            </a:r>
            <a:r>
              <a:rPr lang="ko-KR" altLang="en-US" sz="1200" dirty="0" smtClean="0"/>
              <a:t>배포</a:t>
            </a:r>
            <a:r>
              <a:rPr lang="en-US" altLang="ko-KR" sz="1200" dirty="0" smtClean="0"/>
              <a:t>(14</a:t>
            </a:r>
            <a:r>
              <a:rPr lang="ko-KR" altLang="en-US" sz="1200" dirty="0" smtClean="0"/>
              <a:t>일 </a:t>
            </a:r>
            <a:r>
              <a:rPr lang="en-US" altLang="ko-KR" sz="1200" dirty="0" smtClean="0"/>
              <a:t>trial) &gt; 14</a:t>
            </a:r>
            <a:r>
              <a:rPr lang="ko-KR" altLang="en-US" sz="1200" dirty="0" smtClean="0"/>
              <a:t>일이후 자동결제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계좌 </a:t>
            </a:r>
            <a:r>
              <a:rPr lang="ko-KR" altLang="en-US" sz="1200" dirty="0" err="1" smtClean="0"/>
              <a:t>입급</a:t>
            </a:r>
            <a:r>
              <a:rPr lang="ko-KR" altLang="en-US" sz="1200" dirty="0" smtClean="0"/>
              <a:t> 알림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입금확인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배포계속</a:t>
            </a:r>
            <a:r>
              <a:rPr lang="ko-KR" altLang="en-US" sz="1200" dirty="0" smtClean="0"/>
              <a:t> </a:t>
            </a:r>
            <a:endParaRPr lang="ko-KR" altLang="en-US" sz="1200" dirty="0"/>
          </a:p>
        </p:txBody>
      </p:sp>
      <p:sp>
        <p:nvSpPr>
          <p:cNvPr id="5" name="직사각형 4"/>
          <p:cNvSpPr/>
          <p:nvPr/>
        </p:nvSpPr>
        <p:spPr>
          <a:xfrm>
            <a:off x="-1548680" y="3573016"/>
            <a:ext cx="3672408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루트</a:t>
            </a:r>
            <a:r>
              <a:rPr lang="en-US" altLang="ko-KR" dirty="0" smtClean="0"/>
              <a:t>2: </a:t>
            </a:r>
            <a:r>
              <a:rPr lang="ko-KR" altLang="en-US" dirty="0" err="1" smtClean="0"/>
              <a:t>개발요청</a:t>
            </a:r>
            <a:endParaRPr lang="en-US" altLang="ko-KR" dirty="0" smtClean="0"/>
          </a:p>
          <a:p>
            <a:pPr algn="ctr"/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2339752" y="3284984"/>
            <a:ext cx="6192688" cy="151216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 smtClean="0"/>
              <a:t>사이트 제작 요청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선금지불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본사 검토 </a:t>
            </a:r>
            <a:r>
              <a:rPr lang="en-US" altLang="ko-KR" sz="1200" dirty="0" smtClean="0"/>
              <a:t>, </a:t>
            </a:r>
            <a:r>
              <a:rPr lang="ko-KR" altLang="en-US" sz="1200" dirty="0" smtClean="0"/>
              <a:t>개발 </a:t>
            </a:r>
            <a:r>
              <a:rPr lang="en-US" altLang="ko-KR" sz="1200" dirty="0" smtClean="0"/>
              <a:t>&gt; </a:t>
            </a:r>
            <a:r>
              <a:rPr lang="ko-KR" altLang="en-US" sz="1200" dirty="0" err="1" smtClean="0"/>
              <a:t>잔금요청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&gt; </a:t>
            </a:r>
            <a:r>
              <a:rPr lang="ko-KR" altLang="en-US" sz="1200" dirty="0" smtClean="0"/>
              <a:t>구독 </a:t>
            </a:r>
            <a:r>
              <a:rPr lang="ko-KR" altLang="en-US" sz="1200" dirty="0"/>
              <a:t>결제수단 선택</a:t>
            </a:r>
            <a:r>
              <a:rPr lang="en-US" altLang="ko-KR" sz="1200" dirty="0"/>
              <a:t>(</a:t>
            </a:r>
            <a:r>
              <a:rPr lang="ko-KR" altLang="en-US" sz="1200" dirty="0"/>
              <a:t>카드</a:t>
            </a:r>
            <a:r>
              <a:rPr lang="en-US" altLang="ko-KR" sz="1200" dirty="0"/>
              <a:t> or</a:t>
            </a:r>
            <a:r>
              <a:rPr lang="ko-KR" altLang="en-US" sz="1200" dirty="0"/>
              <a:t> 이체 선택</a:t>
            </a:r>
            <a:r>
              <a:rPr lang="en-US" altLang="ko-KR" sz="1200" dirty="0"/>
              <a:t>) &gt; </a:t>
            </a:r>
            <a:r>
              <a:rPr lang="ko-KR" altLang="en-US" sz="1200" dirty="0"/>
              <a:t>배포</a:t>
            </a:r>
            <a:r>
              <a:rPr lang="en-US" altLang="ko-KR" sz="1200" dirty="0"/>
              <a:t>(14</a:t>
            </a:r>
            <a:r>
              <a:rPr lang="ko-KR" altLang="en-US" sz="1200" dirty="0"/>
              <a:t>일 </a:t>
            </a:r>
            <a:r>
              <a:rPr lang="en-US" altLang="ko-KR" sz="1200" dirty="0"/>
              <a:t>trial) &gt; 14</a:t>
            </a:r>
            <a:r>
              <a:rPr lang="ko-KR" altLang="en-US" sz="1200" dirty="0"/>
              <a:t>일이후 자동결제</a:t>
            </a:r>
            <a:r>
              <a:rPr lang="en-US" altLang="ko-KR" sz="1200" dirty="0"/>
              <a:t>, </a:t>
            </a:r>
            <a:r>
              <a:rPr lang="ko-KR" altLang="en-US" sz="1200" dirty="0"/>
              <a:t>계좌 </a:t>
            </a:r>
            <a:r>
              <a:rPr lang="ko-KR" altLang="en-US" sz="1200" dirty="0" err="1"/>
              <a:t>입급</a:t>
            </a:r>
            <a:r>
              <a:rPr lang="ko-KR" altLang="en-US" sz="1200" dirty="0"/>
              <a:t> 알림 </a:t>
            </a:r>
            <a:r>
              <a:rPr lang="en-US" altLang="ko-KR" sz="1200" dirty="0"/>
              <a:t>&gt; </a:t>
            </a:r>
            <a:r>
              <a:rPr lang="ko-KR" altLang="en-US" sz="1200" dirty="0"/>
              <a:t>입금확인 </a:t>
            </a:r>
            <a:r>
              <a:rPr lang="en-US" altLang="ko-KR" sz="1200" dirty="0"/>
              <a:t>&gt; </a:t>
            </a:r>
            <a:r>
              <a:rPr lang="ko-KR" altLang="en-US" sz="1200" dirty="0" err="1"/>
              <a:t>배포계속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0474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11560" y="548680"/>
            <a:ext cx="34563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플랫폼 좌측 </a:t>
            </a:r>
            <a:r>
              <a:rPr lang="ko-KR" altLang="en-US" dirty="0" err="1" smtClean="0"/>
              <a:t>메뉴바로</a:t>
            </a:r>
            <a:r>
              <a:rPr lang="ko-KR" altLang="en-US" dirty="0" smtClean="0"/>
              <a:t> 변경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536" y="1052736"/>
            <a:ext cx="8120600" cy="5143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3870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683568" y="620688"/>
            <a:ext cx="216024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고객포털</a:t>
            </a:r>
            <a:endParaRPr lang="en-US" altLang="ko-KR" dirty="0" smtClean="0"/>
          </a:p>
        </p:txBody>
      </p:sp>
      <p:sp>
        <p:nvSpPr>
          <p:cNvPr id="3" name="직사각형 2"/>
          <p:cNvSpPr/>
          <p:nvPr/>
        </p:nvSpPr>
        <p:spPr>
          <a:xfrm>
            <a:off x="899592" y="2348880"/>
            <a:ext cx="2304256" cy="201622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내사이트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관리자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디자인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r>
              <a:rPr lang="ko-KR" altLang="en-US" dirty="0" smtClean="0"/>
              <a:t>운영</a:t>
            </a: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en-US" altLang="ko-KR" dirty="0" smtClean="0"/>
          </a:p>
          <a:p>
            <a:pPr marL="285750" indent="-285750" algn="ctr">
              <a:buFontTx/>
              <a:buChar char="-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3094849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528" y="35101"/>
            <a:ext cx="5415742" cy="409281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866" y="3861048"/>
            <a:ext cx="6409408" cy="2849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7580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7584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622163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51520" y="188640"/>
            <a:ext cx="30243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Supabase</a:t>
            </a:r>
            <a:r>
              <a:rPr lang="en-US" altLang="ko-KR" dirty="0" smtClean="0"/>
              <a:t> </a:t>
            </a:r>
            <a:r>
              <a:rPr lang="ko-KR" altLang="en-US" dirty="0" smtClean="0"/>
              <a:t>사용자 관리</a:t>
            </a:r>
            <a:endParaRPr lang="ko-KR" altLang="en-US" dirty="0"/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980728"/>
            <a:ext cx="7815558" cy="2186202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552" y="4509120"/>
            <a:ext cx="2213319" cy="20245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275856" y="5085184"/>
            <a:ext cx="288032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관리자 </a:t>
            </a:r>
            <a:r>
              <a:rPr lang="en-US" altLang="ko-KR" dirty="0" smtClean="0"/>
              <a:t>: </a:t>
            </a:r>
            <a:r>
              <a:rPr lang="en-US" altLang="ko-KR" dirty="0" smtClean="0">
                <a:hlinkClick r:id="rId4"/>
              </a:rPr>
              <a:t>admin@myplatform.com</a:t>
            </a:r>
            <a:r>
              <a:rPr lang="en-US" altLang="ko-KR" dirty="0" smtClean="0"/>
              <a:t> / admin1234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388512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9512" y="548680"/>
            <a:ext cx="763284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 smtClean="0"/>
              <a:t>TO – DO</a:t>
            </a:r>
          </a:p>
          <a:p>
            <a:r>
              <a:rPr lang="en-US" altLang="ko-KR" sz="1200" dirty="0" smtClean="0"/>
              <a:t>// 20260826 </a:t>
            </a:r>
            <a:r>
              <a:rPr lang="ko-KR" altLang="en-US" sz="1200" dirty="0" smtClean="0"/>
              <a:t>중간점검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176584517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1844824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chat GPT</a:t>
            </a:r>
          </a:p>
          <a:p>
            <a:pPr algn="ctr"/>
            <a:r>
              <a:rPr lang="ko-KR" altLang="en-US" dirty="0" smtClean="0"/>
              <a:t>기획</a:t>
            </a:r>
            <a:r>
              <a:rPr lang="en-US" altLang="ko-KR" dirty="0" smtClean="0"/>
              <a:t>/</a:t>
            </a:r>
            <a:r>
              <a:rPr lang="ko-KR" altLang="en-US" dirty="0" smtClean="0"/>
              <a:t>분석</a:t>
            </a:r>
            <a:r>
              <a:rPr lang="en-US" altLang="ko-KR" dirty="0" smtClean="0"/>
              <a:t>/</a:t>
            </a:r>
            <a:r>
              <a:rPr lang="ko-KR" altLang="en-US" dirty="0" smtClean="0"/>
              <a:t>개발</a:t>
            </a:r>
            <a:r>
              <a:rPr lang="en-US" altLang="ko-KR" dirty="0" smtClean="0"/>
              <a:t>prompt 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971600" y="4941168"/>
            <a:ext cx="2592288" cy="158417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Cursor</a:t>
            </a:r>
          </a:p>
          <a:p>
            <a:pPr algn="ctr"/>
            <a:r>
              <a:rPr lang="ko-KR" altLang="en-US" dirty="0" smtClean="0"/>
              <a:t>개발</a:t>
            </a:r>
            <a:endParaRPr lang="en-US" altLang="ko-KR" dirty="0" smtClean="0"/>
          </a:p>
        </p:txBody>
      </p:sp>
      <p:sp>
        <p:nvSpPr>
          <p:cNvPr id="4" name="TextBox 3"/>
          <p:cNvSpPr txBox="1"/>
          <p:nvPr/>
        </p:nvSpPr>
        <p:spPr>
          <a:xfrm>
            <a:off x="179512" y="332656"/>
            <a:ext cx="288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개발방법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971600" y="4509120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 smtClean="0"/>
              <a:t>aidesctop</a:t>
            </a:r>
            <a:endParaRPr lang="ko-KR" alt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971600" y="1475492"/>
            <a:ext cx="20882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515886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427984" y="476672"/>
            <a:ext cx="3096344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고객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2" name="직사각형 1"/>
          <p:cNvSpPr/>
          <p:nvPr/>
        </p:nvSpPr>
        <p:spPr>
          <a:xfrm>
            <a:off x="539552" y="1421642"/>
            <a:ext cx="1800200" cy="100811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3" name="직사각형 2"/>
          <p:cNvSpPr/>
          <p:nvPr/>
        </p:nvSpPr>
        <p:spPr>
          <a:xfrm>
            <a:off x="4836062" y="1340768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K</a:t>
            </a:r>
            <a:r>
              <a:rPr lang="ko-KR" altLang="en-US" dirty="0" err="1" smtClean="0"/>
              <a:t>직구쇼핑몰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(</a:t>
            </a:r>
            <a:r>
              <a:rPr lang="ko-KR" altLang="en-US" dirty="0" smtClean="0"/>
              <a:t>말레이시아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4" name="직사각형 3"/>
          <p:cNvSpPr/>
          <p:nvPr/>
        </p:nvSpPr>
        <p:spPr>
          <a:xfrm>
            <a:off x="4860032" y="3068960"/>
            <a:ext cx="1872208" cy="108012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자영업사이트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467544" y="332656"/>
            <a:ext cx="2016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비즈니스 구성도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8679267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23528" y="404664"/>
            <a:ext cx="604867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 smtClean="0"/>
              <a:t>// </a:t>
            </a:r>
            <a:r>
              <a:rPr lang="en-US" altLang="ko-KR" dirty="0" err="1" smtClean="0"/>
              <a:t>aifront</a:t>
            </a:r>
            <a:endParaRPr lang="en-US" altLang="ko-KR" dirty="0" smtClean="0"/>
          </a:p>
          <a:p>
            <a:r>
              <a:rPr lang="ko-KR" altLang="en-US" dirty="0" smtClean="0"/>
              <a:t>https</a:t>
            </a:r>
            <a:r>
              <a:rPr lang="ko-KR" altLang="en-US" dirty="0"/>
              <a:t>://github.com/oksusoo1/homepageDev.git</a:t>
            </a:r>
          </a:p>
        </p:txBody>
      </p:sp>
      <p:sp>
        <p:nvSpPr>
          <p:cNvPr id="3" name="직사각형 2"/>
          <p:cNvSpPr/>
          <p:nvPr/>
        </p:nvSpPr>
        <p:spPr>
          <a:xfrm>
            <a:off x="950020" y="1988840"/>
            <a:ext cx="1656184" cy="64807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6588224" y="2060848"/>
            <a:ext cx="1440160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</a:t>
            </a:r>
            <a:endParaRPr lang="ko-KR" altLang="en-US" dirty="0"/>
          </a:p>
        </p:txBody>
      </p:sp>
      <p:sp>
        <p:nvSpPr>
          <p:cNvPr id="16" name="직사각형 15"/>
          <p:cNvSpPr/>
          <p:nvPr/>
        </p:nvSpPr>
        <p:spPr>
          <a:xfrm>
            <a:off x="251520" y="2780928"/>
            <a:ext cx="3216522" cy="156966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포탈</a:t>
            </a:r>
            <a:endParaRPr lang="en-US" altLang="ko-KR" sz="1200" dirty="0" smtClean="0"/>
          </a:p>
          <a:p>
            <a:r>
              <a:rPr lang="ko-KR" altLang="en-US" sz="1200" dirty="0" smtClean="0">
                <a:hlinkClick r:id="rId2"/>
              </a:rPr>
              <a:t>http</a:t>
            </a:r>
            <a:r>
              <a:rPr lang="ko-KR" altLang="en-US" sz="1200" dirty="0">
                <a:hlinkClick r:id="rId2"/>
              </a:rPr>
              <a:t>://spboxwin.iptime.org:3000</a:t>
            </a:r>
            <a:r>
              <a:rPr lang="ko-KR" altLang="en-US" sz="1200" dirty="0" smtClean="0">
                <a:hlinkClick r:id="rId2"/>
              </a:rPr>
              <a:t>/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고객 사이트 관리 </a:t>
            </a:r>
            <a:r>
              <a:rPr lang="en-US" altLang="ko-KR" sz="1200" dirty="0" smtClean="0"/>
              <a:t>(</a:t>
            </a:r>
            <a:r>
              <a:rPr lang="ko-KR" altLang="en-US" sz="1200" dirty="0" smtClean="0"/>
              <a:t>수정</a:t>
            </a:r>
            <a:r>
              <a:rPr lang="en-US" altLang="ko-KR" sz="1200" dirty="0" smtClean="0"/>
              <a:t>/</a:t>
            </a:r>
            <a:r>
              <a:rPr lang="ko-KR" altLang="en-US" sz="1200" dirty="0" err="1" smtClean="0"/>
              <a:t>데이타</a:t>
            </a:r>
            <a:r>
              <a:rPr lang="en-US" altLang="ko-KR" sz="1200" dirty="0" smtClean="0"/>
              <a:t>)</a:t>
            </a:r>
          </a:p>
          <a:p>
            <a:r>
              <a:rPr lang="en-US" altLang="ko-KR" sz="1200" dirty="0">
                <a:hlinkClick r:id="rId3"/>
              </a:rPr>
              <a:t>http://</a:t>
            </a:r>
            <a:r>
              <a:rPr lang="en-US" altLang="ko-KR" sz="1200" dirty="0" smtClean="0">
                <a:hlinkClick r:id="rId3"/>
              </a:rPr>
              <a:t>spboxwin.iptime.org:3000/my/magok</a:t>
            </a:r>
            <a:endParaRPr lang="en-US" altLang="ko-KR" sz="1200" dirty="0" smtClean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// </a:t>
            </a:r>
            <a:endParaRPr lang="en-US" altLang="ko-KR" sz="1200" dirty="0"/>
          </a:p>
          <a:p>
            <a:endParaRPr lang="ko-KR" altLang="en-US" sz="1200" dirty="0"/>
          </a:p>
        </p:txBody>
      </p:sp>
      <p:sp>
        <p:nvSpPr>
          <p:cNvPr id="17" name="직사각형 16"/>
          <p:cNvSpPr/>
          <p:nvPr/>
        </p:nvSpPr>
        <p:spPr>
          <a:xfrm>
            <a:off x="5940152" y="2564904"/>
            <a:ext cx="3060710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200" dirty="0" smtClean="0"/>
              <a:t>// </a:t>
            </a:r>
            <a:r>
              <a:rPr lang="ko-KR" altLang="en-US" sz="1200" dirty="0" smtClean="0"/>
              <a:t>플랫폼 </a:t>
            </a:r>
            <a:endParaRPr lang="en-US" altLang="ko-KR" sz="1200" dirty="0" smtClean="0"/>
          </a:p>
          <a:p>
            <a:r>
              <a:rPr lang="ko-KR" altLang="en-US" sz="1200" dirty="0">
                <a:hlinkClick r:id="rId4"/>
              </a:rPr>
              <a:t>http://spboxwin.iptime.org</a:t>
            </a:r>
            <a:r>
              <a:rPr lang="en-US" altLang="ko-KR" sz="1200" dirty="0" smtClean="0">
                <a:hlinkClick r:id="rId4"/>
              </a:rPr>
              <a:t>:3000/platform</a:t>
            </a:r>
            <a:endParaRPr lang="en-US" altLang="ko-KR" sz="1200" dirty="0" smtClean="0"/>
          </a:p>
          <a:p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6555328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고객접근사이트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225852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23528" y="476672"/>
            <a:ext cx="324036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계정 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r>
              <a:rPr lang="ko-KR" altLang="en-US" sz="1200" dirty="0" smtClean="0"/>
              <a:t>테스트</a:t>
            </a:r>
            <a:r>
              <a:rPr lang="en-US" altLang="ko-KR" sz="1200" dirty="0" smtClean="0"/>
              <a:t>2 : </a:t>
            </a:r>
            <a:r>
              <a:rPr lang="en-US" altLang="ko-KR" sz="1200" dirty="0" smtClean="0">
                <a:hlinkClick r:id="rId2"/>
              </a:rPr>
              <a:t>test2@test.com</a:t>
            </a:r>
            <a:r>
              <a:rPr lang="en-US" altLang="ko-KR" sz="1200" dirty="0" smtClean="0"/>
              <a:t> , test123</a:t>
            </a:r>
          </a:p>
          <a:p>
            <a:r>
              <a:rPr lang="ko-KR" altLang="en-US" dirty="0" smtClean="0"/>
              <a:t>테스트</a:t>
            </a:r>
            <a:r>
              <a:rPr lang="en-US" altLang="ko-KR" dirty="0" smtClean="0"/>
              <a:t>1 : </a:t>
            </a:r>
            <a:r>
              <a:rPr lang="en-US" altLang="ko-KR" dirty="0" smtClean="0">
                <a:hlinkClick r:id="rId3"/>
              </a:rPr>
              <a:t>test@test.com</a:t>
            </a:r>
            <a:r>
              <a:rPr lang="en-US" altLang="ko-KR" dirty="0" smtClean="0"/>
              <a:t>,test123</a:t>
            </a:r>
            <a:endParaRPr lang="ko-KR" altLang="en-US" sz="1200" dirty="0"/>
          </a:p>
        </p:txBody>
      </p:sp>
      <p:sp>
        <p:nvSpPr>
          <p:cNvPr id="3" name="직사각형 2"/>
          <p:cNvSpPr/>
          <p:nvPr/>
        </p:nvSpPr>
        <p:spPr>
          <a:xfrm>
            <a:off x="481828" y="2174963"/>
            <a:ext cx="2089033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/>
              <a:t>http://spboxwin.iptime.org:3000/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7812" y="2420888"/>
            <a:ext cx="2693147" cy="1296144"/>
          </a:xfrm>
          <a:prstGeom prst="rect">
            <a:avLst/>
          </a:prstGeom>
        </p:spPr>
      </p:pic>
      <p:sp>
        <p:nvSpPr>
          <p:cNvPr id="5" name="직사각형 4"/>
          <p:cNvSpPr/>
          <p:nvPr/>
        </p:nvSpPr>
        <p:spPr>
          <a:xfrm>
            <a:off x="481828" y="392137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가입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21987" y="3962957"/>
            <a:ext cx="1108971" cy="5344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셀프제작</a:t>
            </a:r>
            <a:endParaRPr lang="ko-KR" altLang="en-US" dirty="0"/>
          </a:p>
        </p:txBody>
      </p:sp>
      <p:sp>
        <p:nvSpPr>
          <p:cNvPr id="7" name="직사각형 6"/>
          <p:cNvSpPr/>
          <p:nvPr/>
        </p:nvSpPr>
        <p:spPr>
          <a:xfrm>
            <a:off x="3290140" y="392137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배포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1921988" y="4641457"/>
            <a:ext cx="1108970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본사제작의뢰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4413418" y="3942167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사이트관리</a:t>
            </a:r>
            <a:r>
              <a:rPr lang="en-US" altLang="ko-KR" sz="1400" dirty="0" smtClean="0"/>
              <a:t>(</a:t>
            </a:r>
            <a:r>
              <a:rPr lang="ko-KR" altLang="en-US" sz="1400" dirty="0" smtClean="0"/>
              <a:t>수정</a:t>
            </a:r>
            <a:r>
              <a:rPr lang="en-US" altLang="ko-KR" sz="1400" dirty="0" smtClean="0"/>
              <a:t>)</a:t>
            </a:r>
            <a:endParaRPr lang="ko-KR" altLang="en-US" sz="1400" dirty="0"/>
          </a:p>
        </p:txBody>
      </p:sp>
      <p:sp>
        <p:nvSpPr>
          <p:cNvPr id="10" name="직사각형 9"/>
          <p:cNvSpPr/>
          <p:nvPr/>
        </p:nvSpPr>
        <p:spPr>
          <a:xfrm>
            <a:off x="4431543" y="4713465"/>
            <a:ext cx="864096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운영</a:t>
            </a:r>
            <a:endParaRPr lang="ko-KR" altLang="en-US" sz="1400" dirty="0"/>
          </a:p>
        </p:txBody>
      </p:sp>
      <p:sp>
        <p:nvSpPr>
          <p:cNvPr id="11" name="직사각형 10"/>
          <p:cNvSpPr/>
          <p:nvPr/>
        </p:nvSpPr>
        <p:spPr>
          <a:xfrm>
            <a:off x="481828" y="1698653"/>
            <a:ext cx="1267294" cy="50405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mtClean="0"/>
              <a:t>포탈</a:t>
            </a:r>
            <a:endParaRPr lang="ko-KR" altLang="en-US"/>
          </a:p>
        </p:txBody>
      </p:sp>
      <p:sp>
        <p:nvSpPr>
          <p:cNvPr id="12" name="직사각형 11"/>
          <p:cNvSpPr/>
          <p:nvPr/>
        </p:nvSpPr>
        <p:spPr>
          <a:xfrm>
            <a:off x="481828" y="4641457"/>
            <a:ext cx="1296144" cy="57606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로그인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782132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782261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059832" y="2996952"/>
            <a:ext cx="2736304" cy="86409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플랫폼사이트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309880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971600" y="692696"/>
            <a:ext cx="2520280" cy="12241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사이트 관리 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사이트제작</a:t>
            </a:r>
            <a:endParaRPr lang="en-US" altLang="ko-KR" dirty="0" smtClean="0"/>
          </a:p>
          <a:p>
            <a:pPr algn="ctr"/>
            <a:r>
              <a:rPr lang="ko-KR" altLang="en-US" dirty="0" err="1" smtClean="0"/>
              <a:t>모듈연결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581654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49423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46922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444399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18763</TotalTime>
  <Words>386</Words>
  <Application>Microsoft Office PowerPoint</Application>
  <PresentationFormat>화면 슬라이드 쇼(4:3)</PresentationFormat>
  <Paragraphs>116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0" baseType="lpstr">
      <vt:lpstr>맑은 고딕</vt:lpstr>
      <vt:lpstr>Arial</vt:lpstr>
      <vt:lpstr>Office 테마</vt:lpstr>
      <vt:lpstr>My-plaform기획2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My-plaform</dc:title>
  <dc:creator>SeungHyeon Nam</dc:creator>
  <cp:lastModifiedBy>SeungHyeon Nam</cp:lastModifiedBy>
  <cp:revision>109</cp:revision>
  <dcterms:created xsi:type="dcterms:W3CDTF">2026-03-17T12:34:00Z</dcterms:created>
  <dcterms:modified xsi:type="dcterms:W3CDTF">2026-09-08T04:04:41Z</dcterms:modified>
</cp:coreProperties>
</file>