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9" r:id="rId3"/>
    <p:sldId id="268" r:id="rId4"/>
    <p:sldId id="261" r:id="rId5"/>
    <p:sldId id="257" r:id="rId6"/>
    <p:sldId id="258" r:id="rId7"/>
    <p:sldId id="262" r:id="rId8"/>
    <p:sldId id="259" r:id="rId9"/>
    <p:sldId id="267" r:id="rId10"/>
    <p:sldId id="263" r:id="rId11"/>
    <p:sldId id="260" r:id="rId12"/>
    <p:sldId id="264" r:id="rId13"/>
    <p:sldId id="265" r:id="rId14"/>
    <p:sldId id="266" r:id="rId1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352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9832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8575</TotalTime>
  <Words>105</Words>
  <Application>Microsoft Office PowerPoint</Application>
  <PresentationFormat>화면 슬라이드 쇼(4:3)</PresentationFormat>
  <Paragraphs>63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83</cp:revision>
  <dcterms:created xsi:type="dcterms:W3CDTF">2026-03-17T12:34:00Z</dcterms:created>
  <dcterms:modified xsi:type="dcterms:W3CDTF">2026-08-31T23:42:44Z</dcterms:modified>
</cp:coreProperties>
</file>