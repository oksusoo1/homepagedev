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91" r:id="rId3"/>
    <p:sldId id="292" r:id="rId4"/>
    <p:sldId id="293" r:id="rId5"/>
    <p:sldId id="294" r:id="rId6"/>
    <p:sldId id="295" r:id="rId7"/>
    <p:sldId id="284" r:id="rId8"/>
    <p:sldId id="285" r:id="rId9"/>
    <p:sldId id="286" r:id="rId10"/>
    <p:sldId id="287" r:id="rId11"/>
    <p:sldId id="288" r:id="rId12"/>
    <p:sldId id="289" r:id="rId13"/>
    <p:sldId id="290" r:id="rId14"/>
    <p:sldId id="275" r:id="rId15"/>
    <p:sldId id="278" r:id="rId16"/>
    <p:sldId id="279" r:id="rId17"/>
    <p:sldId id="280" r:id="rId18"/>
    <p:sldId id="281" r:id="rId19"/>
    <p:sldId id="282" r:id="rId20"/>
    <p:sldId id="283" r:id="rId21"/>
    <p:sldId id="270" r:id="rId22"/>
    <p:sldId id="271" r:id="rId23"/>
    <p:sldId id="272" r:id="rId24"/>
    <p:sldId id="273" r:id="rId25"/>
    <p:sldId id="274" r:id="rId26"/>
    <p:sldId id="276" r:id="rId27"/>
    <p:sldId id="277" r:id="rId28"/>
    <p:sldId id="269" r:id="rId29"/>
    <p:sldId id="268" r:id="rId30"/>
    <p:sldId id="261" r:id="rId31"/>
    <p:sldId id="257" r:id="rId32"/>
    <p:sldId id="258" r:id="rId33"/>
    <p:sldId id="262" r:id="rId34"/>
    <p:sldId id="259" r:id="rId35"/>
    <p:sldId id="267" r:id="rId36"/>
    <p:sldId id="263" r:id="rId37"/>
    <p:sldId id="260" r:id="rId38"/>
    <p:sldId id="264" r:id="rId39"/>
    <p:sldId id="265" r:id="rId40"/>
    <p:sldId id="266" r:id="rId4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352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mailto:test2@test.com/test123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  <p:sp>
        <p:nvSpPr>
          <p:cNvPr id="3" name="직사각형 2"/>
          <p:cNvSpPr/>
          <p:nvPr/>
        </p:nvSpPr>
        <p:spPr>
          <a:xfrm>
            <a:off x="755576" y="2076530"/>
            <a:ext cx="2520280" cy="7764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쇼핑몰 사이트 </a:t>
            </a:r>
            <a:r>
              <a:rPr lang="ko-KR" altLang="en-US" sz="1200" dirty="0" err="1" smtClean="0"/>
              <a:t>분석부분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회원가입부분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자체</a:t>
            </a:r>
            <a:r>
              <a:rPr lang="en-US" altLang="ko-KR" sz="1200" dirty="0" smtClean="0"/>
              <a:t>,</a:t>
            </a:r>
            <a:r>
              <a:rPr lang="en-US" altLang="ko-KR" sz="1200" dirty="0" err="1" smtClean="0"/>
              <a:t>sns</a:t>
            </a:r>
            <a:r>
              <a:rPr lang="ko-KR" altLang="en-US" sz="1200" dirty="0" smtClean="0"/>
              <a:t>연계</a:t>
            </a:r>
            <a:r>
              <a:rPr lang="en-US" altLang="ko-KR" sz="1200" dirty="0" smtClean="0"/>
              <a:t>)</a:t>
            </a:r>
          </a:p>
          <a:p>
            <a:pPr algn="ctr"/>
            <a:r>
              <a:rPr lang="ko-KR" altLang="en-US" sz="1200" dirty="0" err="1" smtClean="0"/>
              <a:t>비로그인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구매시</a:t>
            </a:r>
            <a:r>
              <a:rPr lang="ko-KR" altLang="en-US" sz="1200" dirty="0" smtClean="0"/>
              <a:t> 작동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260648"/>
            <a:ext cx="3240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2026-09-11 </a:t>
            </a:r>
            <a:r>
              <a:rPr lang="ko-KR" altLang="en-US" dirty="0" smtClean="0"/>
              <a:t>프로세스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23528" y="1196752"/>
            <a:ext cx="396044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test2@test.com/test123</a:t>
            </a:r>
            <a:r>
              <a:rPr lang="en-US" altLang="ko-KR" sz="1400" dirty="0"/>
              <a:t> </a:t>
            </a:r>
            <a:r>
              <a:rPr lang="ko-KR" altLang="en-US" sz="1400" dirty="0" smtClean="0"/>
              <a:t>계정으로 </a:t>
            </a:r>
            <a:r>
              <a:rPr lang="ko-KR" altLang="en-US" sz="1400" dirty="0" err="1" smtClean="0"/>
              <a:t>사이트개설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직접</a:t>
            </a:r>
            <a:endParaRPr lang="en-US" altLang="ko-KR" sz="1400" dirty="0" smtClean="0"/>
          </a:p>
          <a:p>
            <a:pPr marL="342900" indent="-342900">
              <a:buAutoNum type="arabicPeriod"/>
            </a:pPr>
            <a:r>
              <a:rPr lang="ko-KR" altLang="en-US" sz="1400" dirty="0" smtClean="0"/>
              <a:t>대리 </a:t>
            </a:r>
            <a:endParaRPr lang="ko-KR" altLang="en-US" sz="1400" dirty="0"/>
          </a:p>
        </p:txBody>
      </p:sp>
      <p:sp>
        <p:nvSpPr>
          <p:cNvPr id="4" name="직사각형 3"/>
          <p:cNvSpPr/>
          <p:nvPr/>
        </p:nvSpPr>
        <p:spPr>
          <a:xfrm>
            <a:off x="1331640" y="2479958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카드등록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1331640" y="3288924"/>
            <a:ext cx="288032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템플릿 선택</a:t>
            </a:r>
            <a:r>
              <a:rPr lang="en-US" altLang="ko-KR" sz="1200" dirty="0" smtClean="0"/>
              <a:t>&gt;</a:t>
            </a:r>
            <a:r>
              <a:rPr lang="ko-KR" altLang="en-US" sz="1200" dirty="0" smtClean="0"/>
              <a:t>사이트 배포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계좌이체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6" name="직사각형 5"/>
          <p:cNvSpPr/>
          <p:nvPr/>
        </p:nvSpPr>
        <p:spPr>
          <a:xfrm>
            <a:off x="4499992" y="2852936"/>
            <a:ext cx="201622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/>
              <a:t>trial14</a:t>
            </a:r>
            <a:r>
              <a:rPr lang="ko-KR" altLang="en-US" sz="1400" dirty="0" smtClean="0"/>
              <a:t>일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395536" y="2708920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직접</a:t>
            </a:r>
            <a:endParaRPr lang="ko-KR" altLang="en-US" sz="1200" dirty="0"/>
          </a:p>
        </p:txBody>
      </p:sp>
      <p:sp>
        <p:nvSpPr>
          <p:cNvPr id="8" name="직사각형 7"/>
          <p:cNvSpPr/>
          <p:nvPr/>
        </p:nvSpPr>
        <p:spPr>
          <a:xfrm>
            <a:off x="395536" y="6100312"/>
            <a:ext cx="648072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대리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732240" y="2780928"/>
            <a:ext cx="93610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구독시작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카드결제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10" name="직사각형 9"/>
          <p:cNvSpPr/>
          <p:nvPr/>
        </p:nvSpPr>
        <p:spPr>
          <a:xfrm>
            <a:off x="5508104" y="3429000"/>
            <a:ext cx="1008112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계좌이체</a:t>
            </a:r>
            <a:endParaRPr lang="en-US" altLang="ko-KR" sz="1200" dirty="0" smtClean="0"/>
          </a:p>
          <a:p>
            <a:pPr algn="ctr"/>
            <a:r>
              <a:rPr lang="ko-KR" altLang="en-US" sz="1200" dirty="0" err="1" smtClean="0"/>
              <a:t>알림톡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6732240" y="3419412"/>
            <a:ext cx="936104" cy="4359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고객</a:t>
            </a:r>
            <a:r>
              <a:rPr lang="en-US" altLang="ko-KR" sz="1100" dirty="0" smtClean="0"/>
              <a:t>:</a:t>
            </a:r>
            <a:r>
              <a:rPr lang="ko-KR" altLang="en-US" sz="1100" dirty="0" smtClean="0"/>
              <a:t>계좌이체</a:t>
            </a:r>
            <a:endParaRPr lang="ko-KR" altLang="en-US" sz="1100" dirty="0"/>
          </a:p>
        </p:txBody>
      </p:sp>
      <p:sp>
        <p:nvSpPr>
          <p:cNvPr id="12" name="직사각형 11"/>
          <p:cNvSpPr/>
          <p:nvPr/>
        </p:nvSpPr>
        <p:spPr>
          <a:xfrm>
            <a:off x="8028384" y="4388230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err="1" smtClean="0"/>
              <a:t>계좌이체함</a:t>
            </a:r>
            <a:r>
              <a:rPr lang="en-US" altLang="ko-KR" sz="1100" dirty="0" smtClean="0"/>
              <a:t>/</a:t>
            </a:r>
            <a:r>
              <a:rPr lang="ko-KR" altLang="en-US" sz="1100" dirty="0" err="1" smtClean="0"/>
              <a:t>카드구독</a:t>
            </a:r>
            <a:endParaRPr lang="ko-KR" altLang="en-US" sz="1100" dirty="0"/>
          </a:p>
        </p:txBody>
      </p:sp>
      <p:sp>
        <p:nvSpPr>
          <p:cNvPr id="13" name="직사각형 12"/>
          <p:cNvSpPr/>
          <p:nvPr/>
        </p:nvSpPr>
        <p:spPr>
          <a:xfrm>
            <a:off x="6884640" y="5474930"/>
            <a:ext cx="864096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 err="1" smtClean="0"/>
              <a:t>사이트정지</a:t>
            </a:r>
            <a:endParaRPr lang="ko-KR" altLang="en-US" sz="1050" dirty="0"/>
          </a:p>
        </p:txBody>
      </p:sp>
      <p:sp>
        <p:nvSpPr>
          <p:cNvPr id="15" name="직사각형 14"/>
          <p:cNvSpPr/>
          <p:nvPr/>
        </p:nvSpPr>
        <p:spPr>
          <a:xfrm>
            <a:off x="6884640" y="4373488"/>
            <a:ext cx="864096" cy="73301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계좌이체안함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80831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회원가입했음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나 사장님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어디에 접속</a:t>
            </a:r>
            <a:r>
              <a:rPr lang="en-US" altLang="ko-KR" sz="1200" dirty="0" smtClean="0"/>
              <a:t>? &lt; </a:t>
            </a:r>
            <a:r>
              <a:rPr lang="ko-KR" altLang="en-US" sz="1200" dirty="0" err="1" smtClean="0"/>
              <a:t>뭐하려고</a:t>
            </a:r>
            <a:r>
              <a:rPr lang="en-US" altLang="ko-KR" sz="1200" dirty="0" smtClean="0"/>
              <a:t>? </a:t>
            </a:r>
            <a:r>
              <a:rPr lang="ko-KR" altLang="en-US" sz="1200" dirty="0" smtClean="0"/>
              <a:t>사이트만들게 </a:t>
            </a:r>
            <a:endParaRPr lang="en-US" altLang="ko-KR" sz="1200" dirty="0" smtClean="0"/>
          </a:p>
          <a:p>
            <a:pPr algn="ctr"/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3851920" y="548680"/>
            <a:ext cx="1368152" cy="1152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인터넷에 노출된 사이트에 접속</a:t>
            </a:r>
            <a:endParaRPr lang="ko-KR" altLang="en-US" sz="1100" dirty="0"/>
          </a:p>
        </p:txBody>
      </p:sp>
      <p:sp>
        <p:nvSpPr>
          <p:cNvPr id="4" name="직사각형 3"/>
          <p:cNvSpPr/>
          <p:nvPr/>
        </p:nvSpPr>
        <p:spPr>
          <a:xfrm>
            <a:off x="3376956" y="2132856"/>
            <a:ext cx="2428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http://localhost:3000/</a:t>
            </a:r>
          </a:p>
        </p:txBody>
      </p:sp>
    </p:spTree>
    <p:extLst>
      <p:ext uri="{BB962C8B-B14F-4D97-AF65-F5344CB8AC3E}">
        <p14:creationId xmlns:p14="http://schemas.microsoft.com/office/powerpoint/2010/main" val="218804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06156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8545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23209</TotalTime>
  <Words>448</Words>
  <Application>Microsoft Office PowerPoint</Application>
  <PresentationFormat>화면 슬라이드 쇼(4:3)</PresentationFormat>
  <Paragraphs>135</Paragraphs>
  <Slides>40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3" baseType="lpstr">
      <vt:lpstr>맑은 고딕</vt:lpstr>
      <vt:lpstr>Arial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115</cp:revision>
  <dcterms:created xsi:type="dcterms:W3CDTF">2026-03-17T12:34:00Z</dcterms:created>
  <dcterms:modified xsi:type="dcterms:W3CDTF">2026-09-14T08:15:35Z</dcterms:modified>
</cp:coreProperties>
</file>