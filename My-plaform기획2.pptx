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91" r:id="rId3"/>
    <p:sldId id="292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75" r:id="rId12"/>
    <p:sldId id="278" r:id="rId13"/>
    <p:sldId id="279" r:id="rId14"/>
    <p:sldId id="280" r:id="rId15"/>
    <p:sldId id="281" r:id="rId16"/>
    <p:sldId id="282" r:id="rId17"/>
    <p:sldId id="283" r:id="rId18"/>
    <p:sldId id="270" r:id="rId19"/>
    <p:sldId id="271" r:id="rId20"/>
    <p:sldId id="272" r:id="rId21"/>
    <p:sldId id="273" r:id="rId22"/>
    <p:sldId id="274" r:id="rId23"/>
    <p:sldId id="276" r:id="rId24"/>
    <p:sldId id="277" r:id="rId25"/>
    <p:sldId id="269" r:id="rId26"/>
    <p:sldId id="268" r:id="rId27"/>
    <p:sldId id="261" r:id="rId28"/>
    <p:sldId id="257" r:id="rId29"/>
    <p:sldId id="258" r:id="rId30"/>
    <p:sldId id="262" r:id="rId31"/>
    <p:sldId id="259" r:id="rId32"/>
    <p:sldId id="267" r:id="rId33"/>
    <p:sldId id="263" r:id="rId34"/>
    <p:sldId id="260" r:id="rId35"/>
    <p:sldId id="264" r:id="rId36"/>
    <p:sldId id="265" r:id="rId37"/>
    <p:sldId id="266" r:id="rId38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352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17552</TotalTime>
  <Words>373</Words>
  <Application>Microsoft Office PowerPoint</Application>
  <PresentationFormat>화면 슬라이드 쇼(4:3)</PresentationFormat>
  <Paragraphs>113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0" baseType="lpstr">
      <vt:lpstr>맑은 고딕</vt:lpstr>
      <vt:lpstr>Arial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107</cp:revision>
  <dcterms:created xsi:type="dcterms:W3CDTF">2026-03-17T12:34:00Z</dcterms:created>
  <dcterms:modified xsi:type="dcterms:W3CDTF">2026-09-07T07:51:45Z</dcterms:modified>
</cp:coreProperties>
</file>